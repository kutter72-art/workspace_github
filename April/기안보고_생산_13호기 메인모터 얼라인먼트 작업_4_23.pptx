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602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전기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수선비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_#13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메인모터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얼라인먼트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623925"/>
              </p:ext>
            </p:extLst>
          </p:nvPr>
        </p:nvGraphicFramePr>
        <p:xfrm>
          <a:off x="151231" y="874420"/>
          <a:ext cx="8856984" cy="3994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7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53227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28795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45683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03492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6034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33912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#13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메인모터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얼라인먼트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작업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메인 모터 부하측 베어링 상태 불량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점검내용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- 3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일일점검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시 베어링 소음 확인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구리스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주입으로 소음 제거 후 차주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재확인하였으며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추후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구리스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주입으로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점검결과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 ~3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후 소음 지속 발생함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김응진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부진 보고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수신중전기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직원 방문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모터점검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박태식 부장 보고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- 4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유니 플러스 작업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일일점검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내용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AC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진동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소음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발열 점검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DC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모터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진동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소음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발열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브러쉬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점검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300,000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561" y="1484784"/>
            <a:ext cx="2017015" cy="165383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775" y="3143547"/>
            <a:ext cx="1989373" cy="17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37059</TotalTime>
  <Words>146</Words>
  <Application>Microsoft Office PowerPoint</Application>
  <PresentationFormat>화면 슬라이드 쇼(4:3)</PresentationFormat>
  <Paragraphs>25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1711</cp:revision>
  <cp:lastPrinted>2026-03-03T23:42:12Z</cp:lastPrinted>
  <dcterms:created xsi:type="dcterms:W3CDTF">2006-12-21T02:27:07Z</dcterms:created>
  <dcterms:modified xsi:type="dcterms:W3CDTF">2026-04-22T15:25:27Z</dcterms:modified>
</cp:coreProperties>
</file>