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5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186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4" y="764704"/>
            <a:ext cx="9099793" cy="144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관리비용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37333" y="2276872"/>
            <a:ext cx="6480720" cy="313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※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첨부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최근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5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개월 경유 월별 사용량 및 단가</a:t>
            </a:r>
            <a:r>
              <a:rPr lang="ko-KR" altLang="en-US" sz="1100" dirty="0" smtClean="0">
                <a:latin typeface="+mn-ea"/>
                <a:ea typeface="+mn-ea"/>
              </a:rPr>
              <a:t> </a:t>
            </a:r>
            <a:endParaRPr lang="ko-KR" altLang="en-US" sz="1100" dirty="0">
              <a:latin typeface="+mn-ea"/>
              <a:ea typeface="+mn-ea"/>
            </a:endParaRPr>
          </a:p>
        </p:txBody>
      </p:sp>
      <p:pic>
        <p:nvPicPr>
          <p:cNvPr id="16" name="그림 15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A$39:$AH$45" spid="_x0000_s35009"/>
              </a:ext>
            </a:extLst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1560" y="2662427"/>
            <a:ext cx="6524625" cy="1778282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490185" y="4520153"/>
            <a:ext cx="8186272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latin typeface="+mn-ea"/>
                <a:ea typeface="+mn-ea"/>
              </a:rPr>
              <a:t>3</a:t>
            </a:r>
            <a:r>
              <a:rPr lang="ko-KR" altLang="en-US" sz="1100" dirty="0" smtClean="0">
                <a:latin typeface="+mn-ea"/>
                <a:ea typeface="+mn-ea"/>
              </a:rPr>
              <a:t>월 일일생산보고 기준 </a:t>
            </a:r>
            <a:r>
              <a:rPr lang="en-US" altLang="ko-KR" sz="1100" dirty="0" smtClean="0">
                <a:latin typeface="+mn-ea"/>
                <a:ea typeface="+mn-ea"/>
              </a:rPr>
              <a:t>7,215,482kg(</a:t>
            </a:r>
            <a:r>
              <a:rPr lang="ko-KR" altLang="en-US" sz="1100" dirty="0" smtClean="0">
                <a:latin typeface="+mn-ea"/>
                <a:ea typeface="+mn-ea"/>
              </a:rPr>
              <a:t>본사</a:t>
            </a:r>
            <a:r>
              <a:rPr lang="en-US" altLang="ko-KR" sz="1100" dirty="0" smtClean="0">
                <a:latin typeface="+mn-ea"/>
                <a:ea typeface="+mn-ea"/>
              </a:rPr>
              <a:t>, 26</a:t>
            </a:r>
            <a:r>
              <a:rPr lang="ko-KR" altLang="en-US" sz="1100" dirty="0" smtClean="0">
                <a:latin typeface="+mn-ea"/>
                <a:ea typeface="+mn-ea"/>
              </a:rPr>
              <a:t>일 근무</a:t>
            </a:r>
            <a:r>
              <a:rPr lang="en-US" altLang="ko-KR" sz="1100" dirty="0" smtClean="0">
                <a:latin typeface="+mn-ea"/>
                <a:ea typeface="+mn-ea"/>
              </a:rPr>
              <a:t>)</a:t>
            </a:r>
            <a:r>
              <a:rPr lang="ko-KR" altLang="en-US" sz="1100" dirty="0" smtClean="0">
                <a:latin typeface="+mn-ea"/>
                <a:ea typeface="+mn-ea"/>
              </a:rPr>
              <a:t>으로 봤을 때</a:t>
            </a:r>
            <a:r>
              <a:rPr lang="en-US" altLang="ko-KR" sz="1100" dirty="0" smtClean="0">
                <a:latin typeface="+mn-ea"/>
                <a:ea typeface="+mn-ea"/>
              </a:rPr>
              <a:t>, </a:t>
            </a:r>
            <a:r>
              <a:rPr lang="ko-KR" altLang="en-US" sz="1100" dirty="0" smtClean="0">
                <a:latin typeface="+mn-ea"/>
                <a:ea typeface="+mn-ea"/>
              </a:rPr>
              <a:t>톤당 </a:t>
            </a:r>
            <a:r>
              <a:rPr lang="ko-KR" altLang="en-US" sz="1100" dirty="0" err="1" smtClean="0">
                <a:latin typeface="+mn-ea"/>
                <a:ea typeface="+mn-ea"/>
              </a:rPr>
              <a:t>유류비</a:t>
            </a:r>
            <a:r>
              <a:rPr lang="ko-KR" altLang="en-US" sz="1100" dirty="0" smtClean="0">
                <a:latin typeface="+mn-ea"/>
                <a:ea typeface="+mn-ea"/>
              </a:rPr>
              <a:t> </a:t>
            </a:r>
            <a:r>
              <a:rPr lang="en-US" altLang="ko-KR" sz="1100" dirty="0" smtClean="0">
                <a:latin typeface="+mn-ea"/>
                <a:ea typeface="+mn-ea"/>
              </a:rPr>
              <a:t>80</a:t>
            </a:r>
            <a:r>
              <a:rPr lang="ko-KR" altLang="en-US" sz="1100" dirty="0" smtClean="0">
                <a:latin typeface="+mn-ea"/>
                <a:ea typeface="+mn-ea"/>
              </a:rPr>
              <a:t>만원이상으로 최근 </a:t>
            </a:r>
            <a:r>
              <a:rPr lang="en-US" altLang="ko-KR" sz="1100" dirty="0" smtClean="0">
                <a:latin typeface="+mn-ea"/>
                <a:ea typeface="+mn-ea"/>
              </a:rPr>
              <a:t>5</a:t>
            </a:r>
            <a:r>
              <a:rPr lang="ko-KR" altLang="en-US" sz="1100" dirty="0" smtClean="0">
                <a:latin typeface="+mn-ea"/>
                <a:ea typeface="+mn-ea"/>
              </a:rPr>
              <a:t>개월 간 최고치임</a:t>
            </a:r>
            <a:endParaRPr lang="en-US" altLang="ko-KR" sz="1100" dirty="0" smtClean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latin typeface="+mn-ea"/>
                <a:ea typeface="+mn-ea"/>
              </a:rPr>
              <a:t>가장 큰 원인은 </a:t>
            </a:r>
            <a:r>
              <a:rPr lang="ko-KR" altLang="en-US" sz="1100" dirty="0" err="1" smtClean="0">
                <a:latin typeface="+mn-ea"/>
                <a:ea typeface="+mn-ea"/>
              </a:rPr>
              <a:t>유류비</a:t>
            </a:r>
            <a:r>
              <a:rPr lang="ko-KR" altLang="en-US" sz="1100" dirty="0" smtClean="0">
                <a:latin typeface="+mn-ea"/>
                <a:ea typeface="+mn-ea"/>
              </a:rPr>
              <a:t> 인상이 원인으로 파악됨</a:t>
            </a:r>
            <a:endParaRPr lang="en-US" altLang="ko-KR" sz="1100" dirty="0" smtClean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err="1" smtClean="0">
                <a:latin typeface="+mn-ea"/>
                <a:ea typeface="+mn-ea"/>
              </a:rPr>
              <a:t>유류비</a:t>
            </a:r>
            <a:r>
              <a:rPr lang="ko-KR" altLang="en-US" sz="1100" dirty="0" smtClean="0">
                <a:latin typeface="+mn-ea"/>
                <a:ea typeface="+mn-ea"/>
              </a:rPr>
              <a:t> 상승으로 인한 전사적 비용절감이 필요함</a:t>
            </a:r>
            <a:r>
              <a:rPr lang="en-US" altLang="ko-KR" sz="1100" dirty="0" smtClean="0">
                <a:latin typeface="+mn-ea"/>
                <a:ea typeface="+mn-ea"/>
              </a:rPr>
              <a:t>. </a:t>
            </a:r>
            <a:r>
              <a:rPr lang="ko-KR" altLang="en-US" sz="1100" dirty="0" smtClean="0">
                <a:latin typeface="+mn-ea"/>
                <a:ea typeface="+mn-ea"/>
              </a:rPr>
              <a:t>예</a:t>
            </a:r>
            <a:r>
              <a:rPr lang="en-US" altLang="ko-KR" sz="1100" dirty="0" smtClean="0">
                <a:latin typeface="+mn-ea"/>
                <a:ea typeface="+mn-ea"/>
              </a:rPr>
              <a:t>) </a:t>
            </a:r>
            <a:r>
              <a:rPr lang="ko-KR" altLang="en-US" sz="1100" dirty="0" err="1" smtClean="0">
                <a:latin typeface="+mn-ea"/>
                <a:ea typeface="+mn-ea"/>
              </a:rPr>
              <a:t>비가동</a:t>
            </a:r>
            <a:r>
              <a:rPr lang="ko-KR" altLang="en-US" sz="1100" dirty="0" smtClean="0">
                <a:latin typeface="+mn-ea"/>
                <a:ea typeface="+mn-ea"/>
              </a:rPr>
              <a:t> 시 지게차 </a:t>
            </a:r>
            <a:r>
              <a:rPr lang="ko-KR" altLang="en-US" sz="1100" dirty="0" err="1" smtClean="0">
                <a:latin typeface="+mn-ea"/>
                <a:ea typeface="+mn-ea"/>
              </a:rPr>
              <a:t>시동끄기</a:t>
            </a:r>
            <a:r>
              <a:rPr lang="ko-KR" altLang="en-US" sz="1100" dirty="0" smtClean="0">
                <a:latin typeface="+mn-ea"/>
                <a:ea typeface="+mn-ea"/>
              </a:rPr>
              <a:t> 등</a:t>
            </a:r>
            <a:endParaRPr lang="en-US" altLang="ko-KR" sz="1100" dirty="0" smtClean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096483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35663</TotalTime>
  <Words>72</Words>
  <Application>Microsoft Office PowerPoint</Application>
  <PresentationFormat>화면 슬라이드 쇼(4:3)</PresentationFormat>
  <Paragraphs>7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1663</cp:revision>
  <cp:lastPrinted>2026-03-03T23:42:12Z</cp:lastPrinted>
  <dcterms:created xsi:type="dcterms:W3CDTF">2006-12-21T02:27:07Z</dcterms:created>
  <dcterms:modified xsi:type="dcterms:W3CDTF">2026-04-01T18:36:59Z</dcterms:modified>
</cp:coreProperties>
</file>