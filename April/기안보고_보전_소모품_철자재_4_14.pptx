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소모품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5007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332664"/>
              </p:ext>
            </p:extLst>
          </p:nvPr>
        </p:nvGraphicFramePr>
        <p:xfrm>
          <a:off x="551525" y="874420"/>
          <a:ext cx="8046904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26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2024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철 자재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보전창고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예비품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보관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랙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설치용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당진종합철재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213,000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669153"/>
            <a:ext cx="7920528" cy="1015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815" y="1343503"/>
            <a:ext cx="1789187" cy="19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36330</TotalTime>
  <Words>46</Words>
  <Application>Microsoft Office PowerPoint</Application>
  <PresentationFormat>화면 슬라이드 쇼(4:3)</PresentationFormat>
  <Paragraphs>15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1697</cp:revision>
  <cp:lastPrinted>2026-03-03T23:42:12Z</cp:lastPrinted>
  <dcterms:created xsi:type="dcterms:W3CDTF">2006-12-21T02:27:07Z</dcterms:created>
  <dcterms:modified xsi:type="dcterms:W3CDTF">2026-04-14T21:53:01Z</dcterms:modified>
</cp:coreProperties>
</file>