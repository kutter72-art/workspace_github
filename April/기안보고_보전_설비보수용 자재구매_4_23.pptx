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0"/>
  </p:notesMasterIdLst>
  <p:handoutMasterIdLst>
    <p:handoutMasterId r:id="rId11"/>
  </p:handoutMasterIdLst>
  <p:sldIdLst>
    <p:sldId id="576" r:id="rId9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93" autoAdjust="0"/>
    <p:restoredTop sz="94329" autoAdjust="0"/>
  </p:normalViewPr>
  <p:slideViewPr>
    <p:cSldViewPr>
      <p:cViewPr varScale="1">
        <p:scale>
          <a:sx n="86" d="100"/>
          <a:sy n="86" d="100"/>
        </p:scale>
        <p:origin x="1440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331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51770"/>
            <a:ext cx="5530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설비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설비보수용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자재 구매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건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보고일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4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23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475946"/>
              </p:ext>
            </p:extLst>
          </p:nvPr>
        </p:nvGraphicFramePr>
        <p:xfrm>
          <a:off x="9423" y="711550"/>
          <a:ext cx="9108508" cy="19065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129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3261885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383898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  <a:gridCol w="2060388">
                  <a:extLst>
                    <a:ext uri="{9D8B030D-6E8A-4147-A177-3AD203B41FA5}">
                      <a16:colId xmlns:a16="http://schemas.microsoft.com/office/drawing/2014/main" val="4163765789"/>
                    </a:ext>
                  </a:extLst>
                </a:gridCol>
              </a:tblGrid>
              <a:tr h="3170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구매내용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최종금액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사  진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15894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설비보수용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자재 구매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(4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월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설비보수용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소모성 자재 구매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-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배터리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디월트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외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22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건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공급처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신평철물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견적가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971,500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원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첨부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1.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구매항목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950,000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sp>
        <p:nvSpPr>
          <p:cNvPr id="13" name="직사각형 12"/>
          <p:cNvSpPr/>
          <p:nvPr/>
        </p:nvSpPr>
        <p:spPr>
          <a:xfrm>
            <a:off x="453589" y="2727774"/>
            <a:ext cx="27302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>
                <a:solidFill>
                  <a:srgbClr val="000000"/>
                </a:solidFill>
                <a:latin typeface="+mj-ea"/>
                <a:ea typeface="+mj-ea"/>
              </a:rPr>
              <a:t>▶ 첨부</a:t>
            </a:r>
            <a:r>
              <a:rPr lang="en-US" altLang="ko-KR" sz="1200" dirty="0">
                <a:solidFill>
                  <a:srgbClr val="000000"/>
                </a:solidFill>
                <a:latin typeface="+mj-ea"/>
                <a:ea typeface="+mj-ea"/>
              </a:rPr>
              <a:t>1. </a:t>
            </a:r>
            <a:r>
              <a:rPr lang="ko-KR" altLang="en-US" sz="1200" dirty="0" err="1" smtClean="0">
                <a:solidFill>
                  <a:srgbClr val="000000"/>
                </a:solidFill>
                <a:latin typeface="+mj-ea"/>
                <a:ea typeface="+mj-ea"/>
              </a:rPr>
              <a:t>설비보수용</a:t>
            </a:r>
            <a:r>
              <a:rPr lang="ko-KR" altLang="en-US" sz="1200" dirty="0" smtClean="0">
                <a:solidFill>
                  <a:srgbClr val="000000"/>
                </a:solidFill>
                <a:latin typeface="+mj-ea"/>
                <a:ea typeface="+mj-ea"/>
              </a:rPr>
              <a:t> 자재 구매내역</a:t>
            </a:r>
            <a:endParaRPr lang="ko-KR" altLang="en-US" sz="1200" dirty="0"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194" y="3023586"/>
            <a:ext cx="4508886" cy="350816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276577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36216</TotalTime>
  <Words>73</Words>
  <Application>Microsoft Office PowerPoint</Application>
  <PresentationFormat>화면 슬라이드 쇼(4:3)</PresentationFormat>
  <Paragraphs>17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1</vt:i4>
      </vt:variant>
      <vt:variant>
        <vt:lpstr>재구성한 쇼</vt:lpstr>
      </vt:variant>
      <vt:variant>
        <vt:i4>1</vt:i4>
      </vt:variant>
    </vt:vector>
  </HeadingPairs>
  <TitlesOfParts>
    <vt:vector size="15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1680</cp:revision>
  <cp:lastPrinted>2026-03-03T23:42:12Z</cp:lastPrinted>
  <dcterms:created xsi:type="dcterms:W3CDTF">2006-12-21T02:27:07Z</dcterms:created>
  <dcterms:modified xsi:type="dcterms:W3CDTF">2026-04-22T21:18:30Z</dcterms:modified>
</cp:coreProperties>
</file>