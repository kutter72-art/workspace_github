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9" r:id="rId9"/>
    <p:sldId id="580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150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395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481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탱크로리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상차장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청소통로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998850"/>
              </p:ext>
            </p:extLst>
          </p:nvPr>
        </p:nvGraphicFramePr>
        <p:xfrm>
          <a:off x="-4" y="692696"/>
          <a:ext cx="9128556" cy="345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548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081652">
                  <a:extLst>
                    <a:ext uri="{9D8B030D-6E8A-4147-A177-3AD203B41FA5}">
                      <a16:colId xmlns:a16="http://schemas.microsoft.com/office/drawing/2014/main" val="2690123075"/>
                    </a:ext>
                  </a:extLst>
                </a:gridCol>
                <a:gridCol w="3042852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</a:tblGrid>
              <a:tr h="4569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29991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dirty="0" err="1" smtClean="0">
                          <a:effectLst/>
                          <a:latin typeface="+mn-ea"/>
                          <a:ea typeface="+mn-ea"/>
                        </a:rPr>
                        <a:t>탱크롤리</a:t>
                      </a:r>
                      <a:r>
                        <a:rPr lang="ko-KR" altLang="en-US" sz="1200" b="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lang="ko-KR" altLang="en-US" sz="1200" b="0" dirty="0" err="1" smtClean="0">
                          <a:effectLst/>
                          <a:latin typeface="+mn-ea"/>
                          <a:ea typeface="+mn-ea"/>
                        </a:rPr>
                        <a:t>상차장</a:t>
                      </a:r>
                      <a:r>
                        <a:rPr lang="ko-KR" altLang="en-US" sz="1200" b="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lang="ko-KR" altLang="en-US" sz="1200" b="0" dirty="0" err="1">
                          <a:effectLst/>
                          <a:latin typeface="+mn-ea"/>
                          <a:ea typeface="+mn-ea"/>
                        </a:rPr>
                        <a:t>청소통로</a:t>
                      </a:r>
                      <a:r>
                        <a:rPr lang="ko-KR" altLang="en-US" sz="1200" b="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lang="ko-KR" altLang="en-US" sz="1200" b="0" dirty="0" smtClean="0">
                          <a:effectLst/>
                          <a:latin typeface="+mn-ea"/>
                          <a:ea typeface="+mn-ea"/>
                        </a:rPr>
                        <a:t>설치</a:t>
                      </a:r>
                      <a:endParaRPr lang="en-US" altLang="ko-KR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860" marR="22860" marT="22860" marB="228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프라코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당진공장 필름으로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인한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이송라인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막힘 클레임 접수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고객사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방문 확인 및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개선활동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〮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탱크로리 투입구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메쉬망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보강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〮 </a:t>
                      </a:r>
                      <a:r>
                        <a:rPr lang="ko-KR" altLang="en-US" sz="1200" b="1" baseline="0" dirty="0" smtClean="0">
                          <a:solidFill>
                            <a:srgbClr val="0000CC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탱크로리 </a:t>
                      </a:r>
                      <a:r>
                        <a:rPr lang="ko-KR" altLang="en-US" sz="1200" b="1" baseline="0" dirty="0" err="1" smtClean="0">
                          <a:solidFill>
                            <a:srgbClr val="0000CC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상차장</a:t>
                      </a:r>
                      <a:r>
                        <a:rPr lang="ko-KR" altLang="en-US" sz="1200" b="1" baseline="0" dirty="0" smtClean="0">
                          <a:solidFill>
                            <a:srgbClr val="0000CC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1" baseline="0" dirty="0" err="1" smtClean="0">
                          <a:solidFill>
                            <a:srgbClr val="0000CC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청소강화</a:t>
                      </a:r>
                      <a:endParaRPr lang="en-US" altLang="ko-KR" sz="1200" b="1" dirty="0" smtClean="0">
                        <a:solidFill>
                          <a:srgbClr val="0000CC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결론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탱크로리 상차 시 이물 혼입을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방지를 위해서 작업자가 청소를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할 수 있는 접근 통로 및 공간이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필요함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견적서 내용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승진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ENS)   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    (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견적금액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3,635,000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3,600,000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2636915"/>
            <a:ext cx="3044384" cy="151216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872139" y="380501"/>
            <a:ext cx="1468442" cy="304438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825" y="4566528"/>
            <a:ext cx="5673410" cy="21642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5536" y="4282229"/>
            <a:ext cx="216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+mj-ea"/>
                <a:ea typeface="+mj-ea"/>
              </a:rPr>
              <a:t>▶ 첨부</a:t>
            </a:r>
            <a:r>
              <a:rPr lang="en-US" altLang="ko-KR" sz="1200" dirty="0" smtClean="0">
                <a:latin typeface="+mj-ea"/>
                <a:ea typeface="+mj-ea"/>
              </a:rPr>
              <a:t>1. </a:t>
            </a:r>
            <a:r>
              <a:rPr lang="ko-KR" altLang="en-US" sz="1200" dirty="0" smtClean="0">
                <a:latin typeface="+mj-ea"/>
                <a:ea typeface="+mj-ea"/>
              </a:rPr>
              <a:t>견적서 내용</a:t>
            </a:r>
            <a:endParaRPr lang="ko-KR" altLang="en-US" sz="1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7118332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481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스케치 도면 및 관련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이지미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사진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052736"/>
            <a:ext cx="2667231" cy="467908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1023447"/>
            <a:ext cx="1607959" cy="147840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7904" y="2848032"/>
            <a:ext cx="3444538" cy="191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654523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37877</TotalTime>
  <Words>119</Words>
  <Application>Microsoft Office PowerPoint</Application>
  <PresentationFormat>화면 슬라이드 쇼(4:3)</PresentationFormat>
  <Paragraphs>30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1716</cp:revision>
  <cp:lastPrinted>2026-03-03T23:42:12Z</cp:lastPrinted>
  <dcterms:created xsi:type="dcterms:W3CDTF">2006-12-21T02:27:07Z</dcterms:created>
  <dcterms:modified xsi:type="dcterms:W3CDTF">2026-04-25T09:19:01Z</dcterms:modified>
</cp:coreProperties>
</file>