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1"/>
  </p:notesMasterIdLst>
  <p:handoutMasterIdLst>
    <p:handoutMasterId r:id="rId12"/>
  </p:handoutMasterIdLst>
  <p:sldIdLst>
    <p:sldId id="576" r:id="rId9"/>
    <p:sldId id="577" r:id="rId10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331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4311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449482" y="837696"/>
            <a:ext cx="8442997" cy="4724972"/>
            <a:chOff x="323528" y="908720"/>
            <a:chExt cx="6724362" cy="4724972"/>
          </a:xfrm>
        </p:grpSpPr>
        <p:sp>
          <p:nvSpPr>
            <p:cNvPr id="2" name="TextBox 1"/>
            <p:cNvSpPr txBox="1"/>
            <p:nvPr/>
          </p:nvSpPr>
          <p:spPr>
            <a:xfrm>
              <a:off x="323528" y="908720"/>
              <a:ext cx="43924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 smtClean="0">
                  <a:latin typeface="맑은 고딕" panose="020B0503020000020004" pitchFamily="34" charset="-127"/>
                  <a:ea typeface="맑은 고딕" panose="020B0503020000020004" pitchFamily="34" charset="-127"/>
                </a:rPr>
                <a:t>■</a:t>
              </a:r>
              <a:r>
                <a:rPr lang="ko-KR" altLang="en-US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b="1" dirty="0" err="1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펠렛타이져</a:t>
              </a:r>
              <a:r>
                <a:rPr lang="ko-KR" altLang="en-US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b="1" dirty="0" err="1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로타리</a:t>
              </a:r>
              <a:r>
                <a:rPr lang="ko-KR" altLang="en-US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나이프</a:t>
              </a:r>
              <a:r>
                <a:rPr lang="en-US" altLang="ko-KR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(350*3mm) </a:t>
              </a:r>
              <a:r>
                <a:rPr lang="ko-KR" altLang="en-US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연마</a:t>
              </a:r>
              <a:endParaRPr lang="ko-KR" altLang="en-US" sz="1200" b="1" dirty="0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567170" y="1224793"/>
              <a:ext cx="6480720" cy="44088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dirty="0" smtClean="0">
                  <a:latin typeface="+mn-ea"/>
                  <a:ea typeface="+mn-ea"/>
                </a:rPr>
                <a:t>보유중인 </a:t>
              </a:r>
              <a:r>
                <a:rPr lang="ko-KR" altLang="en-US" sz="1100" dirty="0" err="1" smtClean="0">
                  <a:latin typeface="+mn-ea"/>
                  <a:ea typeface="+mn-ea"/>
                </a:rPr>
                <a:t>펠렛타이져</a:t>
              </a:r>
              <a:r>
                <a:rPr lang="ko-KR" altLang="en-US" sz="1100" dirty="0" smtClean="0">
                  <a:latin typeface="+mn-ea"/>
                  <a:ea typeface="+mn-ea"/>
                </a:rPr>
                <a:t> </a:t>
              </a:r>
              <a:r>
                <a:rPr lang="ko-KR" altLang="en-US" sz="1100" dirty="0" err="1" smtClean="0">
                  <a:latin typeface="+mn-ea"/>
                  <a:ea typeface="+mn-ea"/>
                </a:rPr>
                <a:t>로타리</a:t>
              </a:r>
              <a:r>
                <a:rPr lang="ko-KR" altLang="en-US" sz="1100" dirty="0" smtClean="0">
                  <a:latin typeface="+mn-ea"/>
                  <a:ea typeface="+mn-ea"/>
                </a:rPr>
                <a:t> 나이프 </a:t>
              </a:r>
              <a:r>
                <a:rPr lang="en-US" altLang="ko-KR" sz="1100" dirty="0" smtClean="0">
                  <a:latin typeface="+mn-ea"/>
                  <a:ea typeface="+mn-ea"/>
                </a:rPr>
                <a:t>350*3mm </a:t>
              </a:r>
              <a:r>
                <a:rPr lang="ko-KR" altLang="en-US" sz="1100" dirty="0" smtClean="0">
                  <a:latin typeface="+mn-ea"/>
                  <a:ea typeface="+mn-ea"/>
                </a:rPr>
                <a:t>마모가 심하여 연마 수리하고자 함 </a:t>
              </a:r>
              <a:endParaRPr lang="en-US" altLang="ko-KR" sz="1100" dirty="0" smtClean="0">
                <a:latin typeface="+mn-ea"/>
                <a:ea typeface="+mn-ea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dirty="0" smtClean="0">
                  <a:latin typeface="+mn-ea"/>
                  <a:ea typeface="+mn-ea"/>
                </a:rPr>
                <a:t>사유 </a:t>
              </a:r>
              <a:r>
                <a:rPr lang="en-US" altLang="ko-KR" sz="1100" dirty="0" smtClean="0">
                  <a:latin typeface="+mn-ea"/>
                  <a:ea typeface="+mn-ea"/>
                </a:rPr>
                <a:t>: #4</a:t>
              </a:r>
              <a:r>
                <a:rPr lang="ko-KR" altLang="en-US" sz="1100" dirty="0" smtClean="0">
                  <a:latin typeface="+mn-ea"/>
                  <a:ea typeface="+mn-ea"/>
                </a:rPr>
                <a:t>호기 </a:t>
              </a:r>
              <a:r>
                <a:rPr lang="en-US" altLang="ko-KR" sz="1100" dirty="0" smtClean="0">
                  <a:latin typeface="+mn-ea"/>
                  <a:ea typeface="+mn-ea"/>
                </a:rPr>
                <a:t>’25</a:t>
              </a:r>
              <a:r>
                <a:rPr lang="ko-KR" altLang="en-US" sz="1100" dirty="0" smtClean="0">
                  <a:latin typeface="+mn-ea"/>
                  <a:ea typeface="+mn-ea"/>
                </a:rPr>
                <a:t>년 </a:t>
              </a:r>
              <a:r>
                <a:rPr lang="en-US" altLang="ko-KR" sz="1100" dirty="0" smtClean="0">
                  <a:latin typeface="+mn-ea"/>
                  <a:ea typeface="+mn-ea"/>
                </a:rPr>
                <a:t>2</a:t>
              </a:r>
              <a:r>
                <a:rPr lang="ko-KR" altLang="en-US" sz="1100" dirty="0" smtClean="0">
                  <a:latin typeface="+mn-ea"/>
                  <a:ea typeface="+mn-ea"/>
                </a:rPr>
                <a:t>월 </a:t>
              </a:r>
              <a:r>
                <a:rPr lang="en-US" altLang="ko-KR" sz="1100" dirty="0" smtClean="0">
                  <a:latin typeface="+mn-ea"/>
                  <a:ea typeface="+mn-ea"/>
                </a:rPr>
                <a:t>~ ’26</a:t>
              </a:r>
              <a:r>
                <a:rPr lang="ko-KR" altLang="en-US" sz="1100" dirty="0" smtClean="0">
                  <a:latin typeface="+mn-ea"/>
                  <a:ea typeface="+mn-ea"/>
                </a:rPr>
                <a:t>년 </a:t>
              </a:r>
              <a:r>
                <a:rPr lang="en-US" altLang="ko-KR" sz="1100" dirty="0" smtClean="0">
                  <a:latin typeface="+mn-ea"/>
                  <a:ea typeface="+mn-ea"/>
                </a:rPr>
                <a:t>3</a:t>
              </a:r>
              <a:r>
                <a:rPr lang="ko-KR" altLang="en-US" sz="1100" dirty="0" smtClean="0">
                  <a:latin typeface="+mn-ea"/>
                  <a:ea typeface="+mn-ea"/>
                </a:rPr>
                <a:t>월 </a:t>
              </a:r>
              <a:r>
                <a:rPr lang="en-US" altLang="ko-KR" sz="1100" dirty="0" smtClean="0">
                  <a:latin typeface="+mn-ea"/>
                  <a:ea typeface="+mn-ea"/>
                </a:rPr>
                <a:t>5</a:t>
              </a:r>
              <a:r>
                <a:rPr lang="ko-KR" altLang="en-US" sz="1100" dirty="0" smtClean="0">
                  <a:latin typeface="+mn-ea"/>
                  <a:ea typeface="+mn-ea"/>
                </a:rPr>
                <a:t>일까지 사용으로 마모</a:t>
              </a:r>
              <a:r>
                <a:rPr lang="en-US" altLang="ko-KR" sz="1100" dirty="0" smtClean="0">
                  <a:latin typeface="+mn-ea"/>
                  <a:ea typeface="+mn-ea"/>
                </a:rPr>
                <a:t>(3,4,9,11,15</a:t>
              </a:r>
              <a:r>
                <a:rPr lang="ko-KR" altLang="en-US" sz="1100" dirty="0" smtClean="0">
                  <a:latin typeface="+mn-ea"/>
                  <a:ea typeface="+mn-ea"/>
                </a:rPr>
                <a:t>호기 공용</a:t>
              </a:r>
              <a:r>
                <a:rPr lang="en-US" altLang="ko-KR" sz="1100" dirty="0" smtClean="0">
                  <a:latin typeface="+mn-ea"/>
                  <a:ea typeface="+mn-ea"/>
                </a:rPr>
                <a:t>)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dirty="0" smtClean="0">
                  <a:latin typeface="+mn-ea"/>
                  <a:ea typeface="+mn-ea"/>
                </a:rPr>
                <a:t>필요 </a:t>
              </a:r>
              <a:r>
                <a:rPr lang="ko-KR" altLang="en-US" sz="1100" dirty="0" err="1" smtClean="0">
                  <a:latin typeface="+mn-ea"/>
                  <a:ea typeface="+mn-ea"/>
                </a:rPr>
                <a:t>수리내역</a:t>
              </a:r>
              <a:r>
                <a:rPr lang="en-US" altLang="ko-KR" sz="1100" dirty="0" smtClean="0">
                  <a:latin typeface="+mn-ea"/>
                  <a:ea typeface="+mn-ea"/>
                </a:rPr>
                <a:t>(</a:t>
              </a:r>
              <a:r>
                <a:rPr lang="ko-KR" altLang="en-US" sz="1100" dirty="0" smtClean="0">
                  <a:latin typeface="+mn-ea"/>
                  <a:ea typeface="+mn-ea"/>
                </a:rPr>
                <a:t>제공 </a:t>
              </a:r>
              <a:r>
                <a:rPr lang="en-US" altLang="ko-KR" sz="1100" dirty="0" smtClean="0">
                  <a:latin typeface="+mn-ea"/>
                  <a:ea typeface="+mn-ea"/>
                </a:rPr>
                <a:t>: </a:t>
              </a:r>
              <a:r>
                <a:rPr lang="ko-KR" altLang="en-US" sz="1100" dirty="0" smtClean="0">
                  <a:latin typeface="+mn-ea"/>
                  <a:ea typeface="+mn-ea"/>
                </a:rPr>
                <a:t>피케이엔지니어링</a:t>
              </a:r>
              <a:r>
                <a:rPr lang="en-US" altLang="ko-KR" sz="1100" dirty="0" smtClean="0">
                  <a:latin typeface="+mn-ea"/>
                  <a:ea typeface="+mn-ea"/>
                </a:rPr>
                <a:t>/ </a:t>
              </a:r>
              <a:r>
                <a:rPr lang="ko-KR" altLang="en-US" sz="1100" b="1" dirty="0" err="1" smtClean="0">
                  <a:solidFill>
                    <a:srgbClr val="0070C0"/>
                  </a:solidFill>
                  <a:latin typeface="+mn-ea"/>
                  <a:ea typeface="+mn-ea"/>
                </a:rPr>
                <a:t>견적금액</a:t>
              </a:r>
              <a:r>
                <a:rPr lang="ko-KR" altLang="en-US" sz="1100" b="1" dirty="0" smtClean="0">
                  <a:solidFill>
                    <a:srgbClr val="0070C0"/>
                  </a:solidFill>
                  <a:latin typeface="+mn-ea"/>
                  <a:ea typeface="+mn-ea"/>
                </a:rPr>
                <a:t> </a:t>
              </a:r>
              <a:r>
                <a:rPr lang="en-US" altLang="ko-KR" sz="1100" b="1" dirty="0" smtClean="0">
                  <a:solidFill>
                    <a:srgbClr val="0070C0"/>
                  </a:solidFill>
                  <a:latin typeface="+mn-ea"/>
                  <a:ea typeface="+mn-ea"/>
                </a:rPr>
                <a:t>: 840,000</a:t>
              </a:r>
              <a:r>
                <a:rPr lang="ko-KR" altLang="en-US" sz="1100" b="1" dirty="0" smtClean="0">
                  <a:solidFill>
                    <a:srgbClr val="0070C0"/>
                  </a:solidFill>
                  <a:latin typeface="+mn-ea"/>
                  <a:ea typeface="+mn-ea"/>
                </a:rPr>
                <a:t>원</a:t>
              </a:r>
              <a:r>
                <a:rPr lang="en-US" altLang="ko-KR" sz="1100" dirty="0" smtClean="0">
                  <a:latin typeface="+mn-ea"/>
                  <a:ea typeface="+mn-ea"/>
                </a:rPr>
                <a:t>)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altLang="ko-KR" sz="1100" dirty="0">
                <a:latin typeface="+mn-ea"/>
                <a:ea typeface="+mn-ea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altLang="ko-KR" sz="1100" dirty="0" smtClean="0">
                <a:latin typeface="+mn-ea"/>
                <a:ea typeface="+mn-ea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altLang="ko-KR" sz="1100" dirty="0">
                <a:latin typeface="+mn-ea"/>
                <a:ea typeface="+mn-ea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altLang="ko-KR" sz="1100" dirty="0" smtClean="0">
                <a:latin typeface="+mn-ea"/>
                <a:ea typeface="+mn-ea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altLang="ko-KR" sz="1100" dirty="0">
                <a:latin typeface="+mn-ea"/>
                <a:ea typeface="+mn-ea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dirty="0" err="1" smtClean="0">
                  <a:latin typeface="+mn-ea"/>
                  <a:ea typeface="+mn-ea"/>
                </a:rPr>
                <a:t>펠렛타이져</a:t>
              </a:r>
              <a:r>
                <a:rPr lang="ko-KR" altLang="en-US" sz="1100" dirty="0" smtClean="0">
                  <a:latin typeface="+mn-ea"/>
                  <a:ea typeface="+mn-ea"/>
                </a:rPr>
                <a:t> </a:t>
              </a:r>
              <a:r>
                <a:rPr lang="ko-KR" altLang="en-US" sz="1100" dirty="0" err="1" smtClean="0">
                  <a:latin typeface="+mn-ea"/>
                  <a:ea typeface="+mn-ea"/>
                </a:rPr>
                <a:t>로타리</a:t>
              </a:r>
              <a:r>
                <a:rPr lang="ko-KR" altLang="en-US" sz="1100" dirty="0" smtClean="0">
                  <a:latin typeface="+mn-ea"/>
                  <a:ea typeface="+mn-ea"/>
                </a:rPr>
                <a:t> 나이프 </a:t>
              </a:r>
              <a:r>
                <a:rPr lang="ko-KR" altLang="en-US" sz="1100" dirty="0" err="1" smtClean="0">
                  <a:latin typeface="+mn-ea"/>
                  <a:ea typeface="+mn-ea"/>
                </a:rPr>
                <a:t>재고보유</a:t>
              </a:r>
              <a:r>
                <a:rPr lang="ko-KR" altLang="en-US" sz="1100" dirty="0" smtClean="0">
                  <a:latin typeface="+mn-ea"/>
                  <a:ea typeface="+mn-ea"/>
                </a:rPr>
                <a:t> 현황</a:t>
              </a:r>
              <a:endParaRPr lang="en-US" altLang="ko-KR" sz="1100" dirty="0" smtClean="0">
                <a:latin typeface="+mn-ea"/>
                <a:ea typeface="+mn-ea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altLang="ko-KR" sz="1100" dirty="0">
                <a:latin typeface="+mn-ea"/>
                <a:ea typeface="+mn-ea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altLang="ko-KR" sz="1100" dirty="0" smtClean="0">
                <a:latin typeface="+mn-ea"/>
                <a:ea typeface="+mn-ea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altLang="ko-KR" sz="1100" dirty="0">
                <a:latin typeface="+mn-ea"/>
                <a:ea typeface="+mn-ea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altLang="ko-KR" sz="1100" dirty="0" smtClean="0">
                <a:latin typeface="+mn-ea"/>
                <a:ea typeface="+mn-ea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altLang="ko-KR" sz="1100" dirty="0">
                <a:latin typeface="+mn-ea"/>
                <a:ea typeface="+mn-ea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dirty="0" smtClean="0">
                  <a:latin typeface="+mn-ea"/>
                  <a:ea typeface="+mn-ea"/>
                </a:rPr>
                <a:t>결론</a:t>
              </a:r>
              <a:endParaRPr lang="en-US" altLang="ko-KR" sz="1100" dirty="0" smtClean="0">
                <a:latin typeface="+mn-ea"/>
                <a:ea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100" dirty="0">
                  <a:latin typeface="+mn-ea"/>
                  <a:ea typeface="+mn-ea"/>
                </a:rPr>
                <a:t> </a:t>
              </a:r>
              <a:r>
                <a:rPr lang="en-US" altLang="ko-KR" sz="1100" dirty="0" smtClean="0">
                  <a:latin typeface="+mn-ea"/>
                  <a:ea typeface="+mn-ea"/>
                </a:rPr>
                <a:t>     : </a:t>
              </a:r>
              <a:r>
                <a:rPr lang="ko-KR" altLang="en-US" sz="1100" dirty="0" err="1" smtClean="0">
                  <a:latin typeface="+mn-ea"/>
                  <a:ea typeface="+mn-ea"/>
                </a:rPr>
                <a:t>펠렛타이져</a:t>
              </a:r>
              <a:r>
                <a:rPr lang="ko-KR" altLang="en-US" sz="1100" dirty="0" smtClean="0">
                  <a:latin typeface="+mn-ea"/>
                  <a:ea typeface="+mn-ea"/>
                </a:rPr>
                <a:t> </a:t>
              </a:r>
              <a:r>
                <a:rPr lang="ko-KR" altLang="en-US" sz="1100" dirty="0" err="1" smtClean="0">
                  <a:latin typeface="+mn-ea"/>
                  <a:ea typeface="+mn-ea"/>
                </a:rPr>
                <a:t>로타리</a:t>
              </a:r>
              <a:r>
                <a:rPr lang="ko-KR" altLang="en-US" sz="1100" dirty="0" smtClean="0">
                  <a:latin typeface="+mn-ea"/>
                  <a:ea typeface="+mn-ea"/>
                </a:rPr>
                <a:t> 나이프 규격 중 다수 호기 사용 규격은 </a:t>
              </a:r>
              <a:r>
                <a:rPr lang="en-US" altLang="ko-KR" sz="1100" dirty="0" smtClean="0">
                  <a:latin typeface="+mn-ea"/>
                  <a:ea typeface="+mn-ea"/>
                </a:rPr>
                <a:t>2ea</a:t>
              </a:r>
              <a:r>
                <a:rPr lang="ko-KR" altLang="en-US" sz="1100" dirty="0" smtClean="0">
                  <a:latin typeface="+mn-ea"/>
                  <a:ea typeface="+mn-ea"/>
                </a:rPr>
                <a:t>의 재고 보유로 </a:t>
              </a:r>
              <a:r>
                <a:rPr lang="ko-KR" altLang="en-US" sz="1100" dirty="0" smtClean="0">
                  <a:solidFill>
                    <a:srgbClr val="FF0000"/>
                  </a:solidFill>
                  <a:latin typeface="+mn-ea"/>
                  <a:ea typeface="+mn-ea"/>
                </a:rPr>
                <a:t>문제 발생 시 즉각 대응이 필요하므로</a:t>
              </a:r>
              <a:r>
                <a:rPr lang="en-US" altLang="ko-KR" sz="1100" dirty="0" smtClean="0">
                  <a:latin typeface="+mn-ea"/>
                  <a:ea typeface="+mn-ea"/>
                </a:rPr>
                <a:t>,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100" dirty="0">
                  <a:latin typeface="+mn-ea"/>
                  <a:ea typeface="+mn-ea"/>
                </a:rPr>
                <a:t> </a:t>
              </a:r>
              <a:r>
                <a:rPr lang="en-US" altLang="ko-KR" sz="1100" dirty="0" smtClean="0">
                  <a:latin typeface="+mn-ea"/>
                  <a:ea typeface="+mn-ea"/>
                </a:rPr>
                <a:t>      #4</a:t>
              </a:r>
              <a:r>
                <a:rPr lang="ko-KR" altLang="en-US" sz="1100" dirty="0" smtClean="0">
                  <a:latin typeface="+mn-ea"/>
                  <a:ea typeface="+mn-ea"/>
                </a:rPr>
                <a:t>호기 교체 후 제거한 </a:t>
              </a:r>
              <a:r>
                <a:rPr lang="ko-KR" altLang="en-US" sz="1100" dirty="0" err="1" smtClean="0">
                  <a:latin typeface="+mn-ea"/>
                  <a:ea typeface="+mn-ea"/>
                </a:rPr>
                <a:t>로타리</a:t>
              </a:r>
              <a:r>
                <a:rPr lang="ko-KR" altLang="en-US" sz="1100" dirty="0" smtClean="0">
                  <a:latin typeface="+mn-ea"/>
                  <a:ea typeface="+mn-ea"/>
                </a:rPr>
                <a:t> 나이프와 </a:t>
              </a:r>
              <a:r>
                <a:rPr lang="ko-KR" altLang="en-US" sz="1100" dirty="0" err="1" smtClean="0">
                  <a:latin typeface="+mn-ea"/>
                  <a:ea typeface="+mn-ea"/>
                </a:rPr>
                <a:t>라인너를</a:t>
              </a:r>
              <a:r>
                <a:rPr lang="ko-KR" altLang="en-US" sz="1100" dirty="0" smtClean="0">
                  <a:latin typeface="+mn-ea"/>
                  <a:ea typeface="+mn-ea"/>
                </a:rPr>
                <a:t> 연마수리해서 </a:t>
              </a:r>
              <a:r>
                <a:rPr lang="ko-KR" altLang="en-US" sz="1100" dirty="0" err="1" smtClean="0">
                  <a:latin typeface="+mn-ea"/>
                  <a:ea typeface="+mn-ea"/>
                </a:rPr>
                <a:t>예비품</a:t>
              </a:r>
              <a:r>
                <a:rPr lang="ko-KR" altLang="en-US" sz="1100" dirty="0" smtClean="0">
                  <a:latin typeface="+mn-ea"/>
                  <a:ea typeface="+mn-ea"/>
                </a:rPr>
                <a:t> 보유가 필요하다고 판단됨</a:t>
              </a:r>
              <a:endParaRPr lang="en-US" altLang="ko-KR" sz="1100" dirty="0">
                <a:latin typeface="+mn-ea"/>
                <a:ea typeface="+mn-ea"/>
              </a:endParaRP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429836" y="240903"/>
            <a:ext cx="57725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+mn-ea"/>
                <a:ea typeface="+mn-ea"/>
              </a:rPr>
              <a:t>[ </a:t>
            </a:r>
            <a:r>
              <a:rPr lang="ko-KR" altLang="en-US" sz="1400" b="1" dirty="0" err="1" smtClean="0">
                <a:latin typeface="+mn-ea"/>
                <a:ea typeface="+mn-ea"/>
              </a:rPr>
              <a:t>기안보고</a:t>
            </a:r>
            <a:r>
              <a:rPr lang="en-US" altLang="ko-KR" sz="1400" b="1" dirty="0" smtClean="0">
                <a:latin typeface="+mn-ea"/>
                <a:ea typeface="+mn-ea"/>
              </a:rPr>
              <a:t>_</a:t>
            </a:r>
            <a:r>
              <a:rPr lang="ko-KR" altLang="en-US" sz="1400" b="1" dirty="0" smtClean="0">
                <a:latin typeface="+mn-ea"/>
                <a:ea typeface="+mn-ea"/>
              </a:rPr>
              <a:t>보전</a:t>
            </a:r>
            <a:r>
              <a:rPr lang="en-US" altLang="ko-KR" sz="1400" b="1" dirty="0" smtClean="0">
                <a:latin typeface="+mn-ea"/>
                <a:ea typeface="+mn-ea"/>
              </a:rPr>
              <a:t>_</a:t>
            </a:r>
            <a:r>
              <a:rPr lang="ko-KR" altLang="en-US" sz="1400" b="1" dirty="0" smtClean="0">
                <a:latin typeface="+mn-ea"/>
                <a:ea typeface="+mn-ea"/>
              </a:rPr>
              <a:t>수선</a:t>
            </a:r>
            <a:r>
              <a:rPr lang="en-US" altLang="ko-KR" sz="1400" b="1" dirty="0" smtClean="0">
                <a:latin typeface="+mn-ea"/>
                <a:ea typeface="+mn-ea"/>
              </a:rPr>
              <a:t>_</a:t>
            </a:r>
            <a:r>
              <a:rPr lang="ko-KR" altLang="en-US" sz="1400" b="1" dirty="0" err="1" smtClean="0">
                <a:latin typeface="+mn-ea"/>
                <a:ea typeface="+mn-ea"/>
              </a:rPr>
              <a:t>펠렛타이져</a:t>
            </a:r>
            <a:r>
              <a:rPr lang="ko-KR" altLang="en-US" sz="1400" b="1" dirty="0" smtClean="0">
                <a:latin typeface="+mn-ea"/>
                <a:ea typeface="+mn-ea"/>
              </a:rPr>
              <a:t> 로터리 나이프</a:t>
            </a:r>
            <a:r>
              <a:rPr lang="en-US" altLang="ko-KR" sz="1400" b="1" dirty="0" smtClean="0">
                <a:latin typeface="+mn-ea"/>
                <a:ea typeface="+mn-ea"/>
              </a:rPr>
              <a:t>(350 * 3mm) </a:t>
            </a:r>
            <a:r>
              <a:rPr lang="ko-KR" altLang="en-US" sz="1400" b="1" dirty="0" smtClean="0">
                <a:latin typeface="+mn-ea"/>
                <a:ea typeface="+mn-ea"/>
              </a:rPr>
              <a:t>연마 </a:t>
            </a:r>
            <a:r>
              <a:rPr lang="en-US" altLang="ko-KR" sz="1400" b="1" dirty="0" smtClean="0">
                <a:latin typeface="+mn-ea"/>
                <a:ea typeface="+mn-ea"/>
              </a:rPr>
              <a:t>]</a:t>
            </a:r>
            <a:endParaRPr lang="ko-KR" altLang="en-US" sz="1400" b="1" dirty="0">
              <a:latin typeface="+mn-ea"/>
              <a:ea typeface="+mn-ea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1975278"/>
            <a:ext cx="7704000" cy="112414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738" y="3523993"/>
            <a:ext cx="7704000" cy="1003446"/>
          </a:xfrm>
          <a:prstGeom prst="rect">
            <a:avLst/>
          </a:prstGeom>
        </p:spPr>
      </p:pic>
      <p:sp>
        <p:nvSpPr>
          <p:cNvPr id="15" name="직사각형 14"/>
          <p:cNvSpPr/>
          <p:nvPr/>
        </p:nvSpPr>
        <p:spPr>
          <a:xfrm>
            <a:off x="4183679" y="3544735"/>
            <a:ext cx="1008000" cy="97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6577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1124744"/>
            <a:ext cx="5435164" cy="5328592"/>
          </a:xfrm>
          <a:prstGeom prst="rect">
            <a:avLst/>
          </a:prstGeom>
          <a:ln w="12700" cmpd="dbl">
            <a:solidFill>
              <a:schemeClr val="tx1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49482" y="837696"/>
            <a:ext cx="5515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■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사진 대지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441348048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35711</TotalTime>
  <Words>120</Words>
  <Application>Microsoft Office PowerPoint</Application>
  <PresentationFormat>화면 슬라이드 쇼(4:3)</PresentationFormat>
  <Paragraphs>24</Paragraphs>
  <Slides>2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2</vt:i4>
      </vt:variant>
      <vt:variant>
        <vt:lpstr>재구성한 쇼</vt:lpstr>
      </vt:variant>
      <vt:variant>
        <vt:i4>1</vt:i4>
      </vt:variant>
    </vt:vector>
  </HeadingPairs>
  <TitlesOfParts>
    <vt:vector size="16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1672</cp:revision>
  <cp:lastPrinted>2026-03-05T07:40:04Z</cp:lastPrinted>
  <dcterms:created xsi:type="dcterms:W3CDTF">2006-12-21T02:27:07Z</dcterms:created>
  <dcterms:modified xsi:type="dcterms:W3CDTF">2026-04-06T09:33:41Z</dcterms:modified>
</cp:coreProperties>
</file>