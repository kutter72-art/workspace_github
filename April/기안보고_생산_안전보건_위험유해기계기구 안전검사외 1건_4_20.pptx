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8" r:id="rId9"/>
    <p:sldId id="579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97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499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495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안전보건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유해</a:t>
            </a:r>
            <a:r>
              <a:rPr lang="ko-KR" altLang="en-US" sz="14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〮위험기계기</a:t>
            </a:r>
            <a:r>
              <a:rPr lang="ko-KR" altLang="en-US" sz="14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구</a:t>
            </a:r>
            <a:r>
              <a:rPr lang="ko-KR" alt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안전</a:t>
            </a:r>
            <a:r>
              <a:rPr lang="ko-KR" alt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재검사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360405"/>
            <a:ext cx="2874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관련 기안 보고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보고자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+mj-ea"/>
                <a:ea typeface="+mj-ea"/>
              </a:rPr>
              <a:t>이유빈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 과장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405160"/>
              </p:ext>
            </p:extLst>
          </p:nvPr>
        </p:nvGraphicFramePr>
        <p:xfrm>
          <a:off x="107504" y="874420"/>
          <a:ext cx="8928992" cy="237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061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666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5585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5662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1978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대  금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유해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위험기계기구 재검사 및 추가 검사 대금 지급 결의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유해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〮위험기계기구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실시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 </a:t>
                      </a:r>
                    </a:p>
                    <a:p>
                      <a:pPr latinLnBrk="1"/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불합격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기에 대한 재검사 실시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18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에 대한 대금 지급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- 2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차 재심결과 최종합격 판정을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받았으나 중대한 결함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사출기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에 대한      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엄중경고를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받음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대처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부서별 엄중경고 내용 전달과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담당지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지속적 모니터링 예정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567,000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721276" y="3615542"/>
            <a:ext cx="82432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3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월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18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일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en-US" altLang="ko-KR" sz="1200" dirty="0" smtClean="0">
                <a:latin typeface="+mj-ea"/>
                <a:ea typeface="+mj-ea"/>
              </a:rPr>
              <a:t>[</a:t>
            </a:r>
            <a:r>
              <a:rPr lang="ko-KR" altLang="en-US" sz="1200" dirty="0">
                <a:latin typeface="+mj-ea"/>
                <a:ea typeface="+mj-ea"/>
              </a:rPr>
              <a:t>안전관리</a:t>
            </a:r>
            <a:r>
              <a:rPr lang="en-US" altLang="ko-KR" sz="1200" dirty="0">
                <a:latin typeface="+mj-ea"/>
                <a:ea typeface="+mj-ea"/>
              </a:rPr>
              <a:t>] </a:t>
            </a:r>
            <a:r>
              <a:rPr lang="ko-KR" altLang="en-US" sz="1200" dirty="0">
                <a:latin typeface="+mj-ea"/>
                <a:ea typeface="+mj-ea"/>
              </a:rPr>
              <a:t>유해</a:t>
            </a:r>
            <a:r>
              <a:rPr lang="en-US" altLang="ko-KR" sz="1200" dirty="0">
                <a:latin typeface="+mj-ea"/>
                <a:ea typeface="+mj-ea"/>
              </a:rPr>
              <a:t>·</a:t>
            </a:r>
            <a:r>
              <a:rPr lang="ko-KR" altLang="en-US" sz="1200" dirty="0" err="1">
                <a:latin typeface="+mj-ea"/>
                <a:ea typeface="+mj-ea"/>
              </a:rPr>
              <a:t>위험기구</a:t>
            </a:r>
            <a:r>
              <a:rPr lang="ko-KR" altLang="en-US" sz="1200" dirty="0">
                <a:latin typeface="+mj-ea"/>
                <a:ea typeface="+mj-ea"/>
              </a:rPr>
              <a:t> 안전검사 대금 지급 및 재검사 실시 검토 결의서</a:t>
            </a:r>
            <a:r>
              <a:rPr lang="ko-KR" altLang="en-US" sz="1200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1200" dirty="0" smtClean="0">
                <a:solidFill>
                  <a:srgbClr val="000000"/>
                </a:solidFill>
                <a:latin typeface="+mj-ea"/>
                <a:ea typeface="+mj-ea"/>
              </a:rPr>
              <a:t>규 </a:t>
            </a:r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</a:rPr>
              <a:t>격 </a:t>
            </a:r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</a:rPr>
              <a:t>:</a:t>
            </a:r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</a:rPr>
              <a:t> 두께 </a:t>
            </a:r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</a:rPr>
              <a:t>2T (2mm)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3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월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27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일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en-US" altLang="ko-KR" sz="1200" dirty="0" smtClean="0">
                <a:latin typeface="+mj-ea"/>
                <a:ea typeface="+mj-ea"/>
              </a:rPr>
              <a:t>[</a:t>
            </a:r>
            <a:r>
              <a:rPr lang="ko-KR" altLang="en-US" sz="1200" dirty="0">
                <a:latin typeface="+mj-ea"/>
                <a:ea typeface="+mj-ea"/>
              </a:rPr>
              <a:t>결과보고</a:t>
            </a:r>
            <a:r>
              <a:rPr lang="en-US" altLang="ko-KR" sz="1200" dirty="0">
                <a:latin typeface="+mj-ea"/>
                <a:ea typeface="+mj-ea"/>
              </a:rPr>
              <a:t>] </a:t>
            </a:r>
            <a:r>
              <a:rPr lang="ko-KR" altLang="en-US" sz="1200" dirty="0">
                <a:latin typeface="+mj-ea"/>
                <a:ea typeface="+mj-ea"/>
              </a:rPr>
              <a:t>유해</a:t>
            </a:r>
            <a:r>
              <a:rPr lang="en-US" altLang="ko-KR" sz="1200" dirty="0">
                <a:latin typeface="+mj-ea"/>
                <a:ea typeface="+mj-ea"/>
              </a:rPr>
              <a:t>·</a:t>
            </a:r>
            <a:r>
              <a:rPr lang="ko-KR" altLang="en-US" sz="1200" dirty="0">
                <a:latin typeface="+mj-ea"/>
                <a:ea typeface="+mj-ea"/>
              </a:rPr>
              <a:t>위험기계기구 안전 재검사 결과 및 사후 관리 </a:t>
            </a:r>
            <a:r>
              <a:rPr lang="ko-KR" altLang="en-US" sz="1200" dirty="0" smtClean="0">
                <a:latin typeface="+mj-ea"/>
                <a:ea typeface="+mj-ea"/>
              </a:rPr>
              <a:t>대책</a:t>
            </a:r>
            <a:endParaRPr lang="en-US" altLang="ko-KR" sz="1200" b="1" dirty="0">
              <a:solidFill>
                <a:srgbClr val="000000"/>
              </a:solidFill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i="0" dirty="0" smtClean="0">
                <a:solidFill>
                  <a:srgbClr val="000000"/>
                </a:solidFill>
                <a:effectLst/>
                <a:latin typeface="+mj-ea"/>
                <a:ea typeface="+mj-ea"/>
              </a:rPr>
              <a:t> 4</a:t>
            </a:r>
            <a:r>
              <a:rPr lang="ko-KR" altLang="en-US" sz="1200" b="1" i="0" dirty="0" smtClean="0">
                <a:solidFill>
                  <a:srgbClr val="000000"/>
                </a:solidFill>
                <a:effectLst/>
                <a:latin typeface="+mj-ea"/>
                <a:ea typeface="+mj-ea"/>
              </a:rPr>
              <a:t>월 </a:t>
            </a:r>
            <a:r>
              <a:rPr lang="en-US" altLang="ko-KR" sz="1200" b="1" i="0" dirty="0" smtClean="0">
                <a:solidFill>
                  <a:srgbClr val="000000"/>
                </a:solidFill>
                <a:effectLst/>
                <a:latin typeface="+mj-ea"/>
                <a:ea typeface="+mj-ea"/>
              </a:rPr>
              <a:t>17</a:t>
            </a:r>
            <a:r>
              <a:rPr lang="ko-KR" altLang="en-US" sz="1200" b="1" i="0" dirty="0" smtClean="0">
                <a:solidFill>
                  <a:srgbClr val="000000"/>
                </a:solidFill>
                <a:effectLst/>
                <a:latin typeface="+mj-ea"/>
                <a:ea typeface="+mj-ea"/>
              </a:rPr>
              <a:t>일 </a:t>
            </a:r>
            <a:r>
              <a:rPr lang="en-US" altLang="ko-KR" sz="1200" b="1" i="0" dirty="0" smtClean="0">
                <a:solidFill>
                  <a:srgbClr val="000000"/>
                </a:solidFill>
                <a:effectLst/>
                <a:latin typeface="+mj-ea"/>
                <a:ea typeface="+mj-ea"/>
              </a:rPr>
              <a:t>: </a:t>
            </a:r>
            <a:r>
              <a:rPr lang="en-US" altLang="ko-KR" sz="1200" dirty="0">
                <a:latin typeface="+mj-ea"/>
                <a:ea typeface="+mj-ea"/>
              </a:rPr>
              <a:t>[</a:t>
            </a:r>
            <a:r>
              <a:rPr lang="ko-KR" altLang="en-US" sz="1200" dirty="0">
                <a:latin typeface="+mj-ea"/>
                <a:ea typeface="+mj-ea"/>
              </a:rPr>
              <a:t>안전관리</a:t>
            </a:r>
            <a:r>
              <a:rPr lang="en-US" altLang="ko-KR" sz="1200" dirty="0">
                <a:latin typeface="+mj-ea"/>
                <a:ea typeface="+mj-ea"/>
              </a:rPr>
              <a:t>] </a:t>
            </a:r>
            <a:r>
              <a:rPr lang="ko-KR" altLang="en-US" sz="1200" dirty="0">
                <a:latin typeface="+mj-ea"/>
                <a:ea typeface="+mj-ea"/>
              </a:rPr>
              <a:t>유해</a:t>
            </a:r>
            <a:r>
              <a:rPr lang="en-US" altLang="ko-KR" sz="1200" dirty="0">
                <a:latin typeface="+mj-ea"/>
                <a:ea typeface="+mj-ea"/>
              </a:rPr>
              <a:t>·</a:t>
            </a:r>
            <a:r>
              <a:rPr lang="ko-KR" altLang="en-US" sz="1200" dirty="0">
                <a:latin typeface="+mj-ea"/>
                <a:ea typeface="+mj-ea"/>
              </a:rPr>
              <a:t>위험기계기구 재검사 및 </a:t>
            </a:r>
            <a:r>
              <a:rPr lang="ko-KR" altLang="en-US" sz="1200" dirty="0" err="1">
                <a:latin typeface="+mj-ea"/>
                <a:ea typeface="+mj-ea"/>
              </a:rPr>
              <a:t>추가검사</a:t>
            </a:r>
            <a:r>
              <a:rPr lang="ko-KR" altLang="en-US" sz="1200" dirty="0">
                <a:latin typeface="+mj-ea"/>
                <a:ea typeface="+mj-ea"/>
              </a:rPr>
              <a:t> 대금 지급 결의</a:t>
            </a:r>
            <a:endParaRPr lang="ko-KR" altLang="en-US" sz="1200" b="0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1857904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495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 소모성 자재구매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화성종합상사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360405"/>
            <a:ext cx="10086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8481"/>
              </p:ext>
            </p:extLst>
          </p:nvPr>
        </p:nvGraphicFramePr>
        <p:xfrm>
          <a:off x="107504" y="874420"/>
          <a:ext cx="8928992" cy="237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061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666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5585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5662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1978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설비 보수용 소모성 자재구매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보전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설비 유지보수를 위한 소모성 자재 구매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솔레노이드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다이어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프램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밸브외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공급처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화성종합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견적가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1,416,000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  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1,390,000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3" y="3624712"/>
            <a:ext cx="5700013" cy="282862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81" y="1285014"/>
            <a:ext cx="1775456" cy="194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65779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37046</TotalTime>
  <Words>179</Words>
  <Application>Microsoft Office PowerPoint</Application>
  <PresentationFormat>화면 슬라이드 쇼(4:3)</PresentationFormat>
  <Paragraphs>40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1709</cp:revision>
  <cp:lastPrinted>2026-03-03T23:42:12Z</cp:lastPrinted>
  <dcterms:created xsi:type="dcterms:W3CDTF">2006-12-21T02:27:07Z</dcterms:created>
  <dcterms:modified xsi:type="dcterms:W3CDTF">2026-04-18T09:15:01Z</dcterms:modified>
</cp:coreProperties>
</file>