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9" r:id="rId9"/>
    <p:sldId id="580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150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65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4738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스트레치 필름 구매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471338"/>
              </p:ext>
            </p:extLst>
          </p:nvPr>
        </p:nvGraphicFramePr>
        <p:xfrm>
          <a:off x="-4" y="692696"/>
          <a:ext cx="9128556" cy="2509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2252296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3505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097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램핍용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스트레치 필름 구매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랩핑용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스트레칭 필름 구매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구매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파레트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(40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롤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구매했음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- 1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파레트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사용 기간 대략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1.5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가격상승 원인은 최근 이란전쟁으로 가격인상이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월에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차례 있었음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월별 구매내역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(‘25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 ‘26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2.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단가인상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공문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삼원화학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2,520,000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차례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단가인상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4/1 5,300 -&gt; 5,800/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롤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4/6 5,800 -&gt; 6,300/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9836" y="3356992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+mj-ea"/>
                <a:ea typeface="+mj-ea"/>
              </a:rPr>
              <a:t>▶ 첨부</a:t>
            </a:r>
            <a:r>
              <a:rPr lang="en-US" altLang="ko-KR" sz="1200" dirty="0" smtClean="0">
                <a:latin typeface="+mj-ea"/>
                <a:ea typeface="+mj-ea"/>
              </a:rPr>
              <a:t>1. </a:t>
            </a:r>
            <a:r>
              <a:rPr lang="ko-KR" altLang="en-US" sz="1200" dirty="0" smtClean="0">
                <a:latin typeface="+mj-ea"/>
                <a:ea typeface="+mj-ea"/>
              </a:rPr>
              <a:t>월별 구매내역</a:t>
            </a:r>
            <a:r>
              <a:rPr lang="en-US" altLang="ko-KR" sz="1200" dirty="0" smtClean="0">
                <a:latin typeface="+mj-ea"/>
                <a:ea typeface="+mj-ea"/>
              </a:rPr>
              <a:t>(’25</a:t>
            </a:r>
            <a:r>
              <a:rPr lang="ko-KR" altLang="en-US" sz="1200" dirty="0" smtClean="0">
                <a:latin typeface="+mj-ea"/>
                <a:ea typeface="+mj-ea"/>
              </a:rPr>
              <a:t>년 </a:t>
            </a:r>
            <a:r>
              <a:rPr lang="en-US" altLang="ko-KR" sz="1200" dirty="0" smtClean="0">
                <a:latin typeface="+mj-ea"/>
                <a:ea typeface="+mj-ea"/>
              </a:rPr>
              <a:t>Vs ‘26</a:t>
            </a:r>
            <a:r>
              <a:rPr lang="ko-KR" altLang="en-US" sz="1200" dirty="0" smtClean="0">
                <a:latin typeface="+mj-ea"/>
                <a:ea typeface="+mj-ea"/>
              </a:rPr>
              <a:t>년</a:t>
            </a:r>
            <a:r>
              <a:rPr lang="en-US" altLang="ko-KR" sz="1200" dirty="0" smtClean="0">
                <a:latin typeface="+mj-ea"/>
                <a:ea typeface="+mj-ea"/>
              </a:rPr>
              <a:t>)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195104"/>
              </p:ext>
            </p:extLst>
          </p:nvPr>
        </p:nvGraphicFramePr>
        <p:xfrm>
          <a:off x="709337" y="3647047"/>
          <a:ext cx="8064000" cy="1112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20008299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52235531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492414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76870723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61271177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95802985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272884696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11451763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52095214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6094872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8060520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23237558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779679186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788567926"/>
                    </a:ext>
                  </a:extLst>
                </a:gridCol>
              </a:tblGrid>
              <a:tr h="3707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구분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합계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05688"/>
                  </a:ext>
                </a:extLst>
              </a:tr>
              <a:tr h="3707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‘25</a:t>
                      </a:r>
                      <a:r>
                        <a:rPr lang="ko-KR" altLang="en-US" sz="1100" dirty="0" smtClean="0"/>
                        <a:t>년</a:t>
                      </a:r>
                      <a:endParaRPr lang="ko-KR" altLang="en-US" sz="1100" dirty="0"/>
                    </a:p>
                  </a:txBody>
                  <a:tcPr marL="91430" marR="91430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80</a:t>
                      </a:r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80</a:t>
                      </a:r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80</a:t>
                      </a:r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80</a:t>
                      </a:r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80</a:t>
                      </a:r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400</a:t>
                      </a:r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554288"/>
                  </a:ext>
                </a:extLst>
              </a:tr>
              <a:tr h="3707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‘26</a:t>
                      </a:r>
                      <a:r>
                        <a:rPr lang="ko-KR" altLang="en-US" sz="1100" dirty="0" smtClean="0"/>
                        <a:t>년</a:t>
                      </a:r>
                      <a:endParaRPr lang="ko-KR" altLang="en-US" sz="1100" dirty="0"/>
                    </a:p>
                  </a:txBody>
                  <a:tcPr marL="91430" marR="91430" marT="45714" marB="457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40</a:t>
                      </a:r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40</a:t>
                      </a:r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marL="91430" marR="91430" marT="45714" marB="4571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11675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877406" y="3407818"/>
            <a:ext cx="7855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smtClean="0">
                <a:latin typeface="+mn-ea"/>
                <a:ea typeface="+mn-ea"/>
              </a:rPr>
              <a:t>(</a:t>
            </a:r>
            <a:r>
              <a:rPr lang="ko-KR" altLang="en-US" sz="1050" dirty="0" smtClean="0">
                <a:latin typeface="+mn-ea"/>
                <a:ea typeface="+mn-ea"/>
              </a:rPr>
              <a:t>단위 </a:t>
            </a:r>
            <a:r>
              <a:rPr lang="en-US" altLang="ko-KR" sz="1050" dirty="0" smtClean="0">
                <a:latin typeface="+mn-ea"/>
                <a:ea typeface="+mn-ea"/>
              </a:rPr>
              <a:t>: </a:t>
            </a:r>
            <a:r>
              <a:rPr lang="ko-KR" altLang="en-US" sz="1050" dirty="0" smtClean="0">
                <a:latin typeface="+mn-ea"/>
                <a:ea typeface="+mn-ea"/>
              </a:rPr>
              <a:t>롤</a:t>
            </a:r>
            <a:r>
              <a:rPr lang="en-US" altLang="ko-KR" sz="1050" dirty="0" smtClean="0">
                <a:latin typeface="+mn-ea"/>
                <a:ea typeface="+mn-ea"/>
              </a:rPr>
              <a:t>)</a:t>
            </a:r>
            <a:endParaRPr lang="ko-KR" altLang="en-US" sz="105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118332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3" y="679861"/>
            <a:ext cx="4176465" cy="5843992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692696"/>
            <a:ext cx="4248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+mj-ea"/>
                <a:ea typeface="+mj-ea"/>
              </a:rPr>
              <a:t>▶ 첨부</a:t>
            </a:r>
            <a:r>
              <a:rPr lang="en-US" altLang="ko-KR" sz="1200" dirty="0" smtClean="0">
                <a:latin typeface="+mj-ea"/>
                <a:ea typeface="+mj-ea"/>
              </a:rPr>
              <a:t>2. </a:t>
            </a:r>
            <a:r>
              <a:rPr lang="ko-KR" altLang="en-US" sz="1200" dirty="0" err="1" smtClean="0">
                <a:latin typeface="+mj-ea"/>
                <a:ea typeface="+mj-ea"/>
              </a:rPr>
              <a:t>단가인상</a:t>
            </a:r>
            <a:r>
              <a:rPr lang="ko-KR" altLang="en-US" sz="1200" dirty="0" smtClean="0">
                <a:latin typeface="+mj-ea"/>
                <a:ea typeface="+mj-ea"/>
              </a:rPr>
              <a:t> 공무</a:t>
            </a:r>
            <a:r>
              <a:rPr lang="en-US" altLang="ko-KR" sz="1200" dirty="0" smtClean="0">
                <a:latin typeface="+mj-ea"/>
                <a:ea typeface="+mj-ea"/>
              </a:rPr>
              <a:t>(</a:t>
            </a:r>
            <a:r>
              <a:rPr lang="ko-KR" altLang="en-US" sz="1200" dirty="0" err="1" smtClean="0">
                <a:latin typeface="+mj-ea"/>
                <a:ea typeface="+mj-ea"/>
              </a:rPr>
              <a:t>삼원화학</a:t>
            </a:r>
            <a:r>
              <a:rPr lang="en-US" altLang="ko-KR" sz="1200" dirty="0" smtClean="0">
                <a:latin typeface="+mj-ea"/>
                <a:ea typeface="+mj-ea"/>
              </a:rPr>
              <a:t>)</a:t>
            </a:r>
            <a:endParaRPr lang="ko-KR" altLang="en-US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67994316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37989</TotalTime>
  <Words>180</Words>
  <Application>Microsoft Office PowerPoint</Application>
  <PresentationFormat>화면 슬라이드 쇼(4:3)</PresentationFormat>
  <Paragraphs>51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1715</cp:revision>
  <cp:lastPrinted>2026-03-03T23:42:12Z</cp:lastPrinted>
  <dcterms:created xsi:type="dcterms:W3CDTF">2006-12-21T02:27:07Z</dcterms:created>
  <dcterms:modified xsi:type="dcterms:W3CDTF">2026-04-27T20:34:05Z</dcterms:modified>
</cp:coreProperties>
</file>