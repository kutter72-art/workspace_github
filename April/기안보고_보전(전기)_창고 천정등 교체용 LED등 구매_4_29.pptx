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0"/>
  </p:notesMasterIdLst>
  <p:handoutMasterIdLst>
    <p:handoutMasterId r:id="rId11"/>
  </p:handoutMasterIdLst>
  <p:sldIdLst>
    <p:sldId id="577" r:id="rId9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767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57468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전기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창고동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천장등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교체용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LED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등 구매 보고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sp>
        <p:nvSpPr>
          <p:cNvPr id="9" name="직사각형 8"/>
          <p:cNvSpPr/>
          <p:nvPr/>
        </p:nvSpPr>
        <p:spPr>
          <a:xfrm>
            <a:off x="505228" y="3360405"/>
            <a:ext cx="15007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dirty="0">
                <a:solidFill>
                  <a:srgbClr val="000000"/>
                </a:solidFill>
                <a:latin typeface="+mj-ea"/>
                <a:ea typeface="+mj-ea"/>
              </a:rPr>
              <a:t>▶ 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첨부</a:t>
            </a:r>
            <a:r>
              <a:rPr lang="en-US" altLang="ko-KR" sz="1200" b="1" dirty="0" smtClean="0">
                <a:solidFill>
                  <a:srgbClr val="000000"/>
                </a:solidFill>
                <a:latin typeface="+mj-ea"/>
                <a:ea typeface="+mj-ea"/>
              </a:rPr>
              <a:t>1. 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구매내역</a:t>
            </a:r>
            <a:endParaRPr lang="ko-KR" altLang="en-US" sz="1200" dirty="0">
              <a:latin typeface="+mj-ea"/>
              <a:ea typeface="+mj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083370"/>
              </p:ext>
            </p:extLst>
          </p:nvPr>
        </p:nvGraphicFramePr>
        <p:xfrm>
          <a:off x="337332" y="874420"/>
          <a:ext cx="8261097" cy="2371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260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470152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104838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255147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1868700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3943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구매내용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사  진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977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창고동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천장등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교체용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LED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등 구매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사유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제품창고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창고등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교체를 위한 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LED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등 구매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기존재고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개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/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구매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30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개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등교체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4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15~16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일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김재홍 사원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창고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T-1, W-1.2.3., D-1, Q-2.3, P-1.2</a:t>
                      </a: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교체수량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총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26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개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외주업체 교체 대행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(50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개교체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시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견적가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약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1,300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만원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구매견적가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2,175,000(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부광전기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첨부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1.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구매내역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2,100,000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1435" y="1268760"/>
            <a:ext cx="1846994" cy="197721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" y="3658190"/>
            <a:ext cx="7915652" cy="92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099997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36730</TotalTime>
  <Words>121</Words>
  <Application>Microsoft Office PowerPoint</Application>
  <PresentationFormat>화면 슬라이드 쇼(4:3)</PresentationFormat>
  <Paragraphs>22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</vt:i4>
      </vt:variant>
      <vt:variant>
        <vt:lpstr>재구성한 쇼</vt:lpstr>
      </vt:variant>
      <vt:variant>
        <vt:i4>1</vt:i4>
      </vt:variant>
    </vt:vector>
  </HeadingPairs>
  <TitlesOfParts>
    <vt:vector size="15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1706</cp:revision>
  <cp:lastPrinted>2026-03-03T23:42:12Z</cp:lastPrinted>
  <dcterms:created xsi:type="dcterms:W3CDTF">2006-12-21T02:27:07Z</dcterms:created>
  <dcterms:modified xsi:type="dcterms:W3CDTF">2026-04-28T17:59:12Z</dcterms:modified>
</cp:coreProperties>
</file>