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 수선비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169198"/>
              </p:ext>
            </p:extLst>
          </p:nvPr>
        </p:nvGraphicFramePr>
        <p:xfrm>
          <a:off x="-4" y="874419"/>
          <a:ext cx="9128556" cy="4227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40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2468320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394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665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액츄레이터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Ball Valve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수리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(#10, 11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호기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#10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탈크이송용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액츄레이터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오링파손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#11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원료이송용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액츄레이터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시트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(80A)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  <a:tr h="21045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펠렛타이져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BED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Knife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연마수리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마모가 심한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Bed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Knife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일괄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연마수리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’25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12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~ ’25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월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교체품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총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8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개로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(400mm/ 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개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, 350mm/ 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개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견적가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: 664,000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-&gt;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최종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640,000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원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1. Bed Knife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재고현황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수리품 포함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640,000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553969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3006832"/>
            <a:ext cx="2468320" cy="207647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5517232"/>
            <a:ext cx="6790008" cy="104403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29547" y="5229200"/>
            <a:ext cx="3384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+mn-ea"/>
                <a:ea typeface="+mn-ea"/>
              </a:rPr>
              <a:t>첨부</a:t>
            </a:r>
            <a:r>
              <a:rPr lang="en-US" altLang="ko-KR" sz="1200" b="1" dirty="0" smtClean="0">
                <a:latin typeface="+mn-ea"/>
                <a:ea typeface="+mn-ea"/>
              </a:rPr>
              <a:t>1. Bed Knife </a:t>
            </a:r>
            <a:r>
              <a:rPr lang="ko-KR" altLang="en-US" sz="1200" b="1" dirty="0" err="1" smtClean="0">
                <a:latin typeface="+mn-ea"/>
                <a:ea typeface="+mn-ea"/>
              </a:rPr>
              <a:t>재고현황</a:t>
            </a:r>
            <a:endParaRPr lang="ko-KR" altLang="en-US" sz="1200" b="1" dirty="0"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291" y="1353662"/>
            <a:ext cx="1091363" cy="163431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9894" y="1361275"/>
            <a:ext cx="1358658" cy="164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37672</TotalTime>
  <Words>122</Words>
  <Application>Microsoft Office PowerPoint</Application>
  <PresentationFormat>화면 슬라이드 쇼(4:3)</PresentationFormat>
  <Paragraphs>25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1705</cp:revision>
  <cp:lastPrinted>2026-03-03T23:42:12Z</cp:lastPrinted>
  <dcterms:created xsi:type="dcterms:W3CDTF">2006-12-21T02:27:07Z</dcterms:created>
  <dcterms:modified xsi:type="dcterms:W3CDTF">2026-04-09T04:32:23Z</dcterms:modified>
</cp:coreProperties>
</file>