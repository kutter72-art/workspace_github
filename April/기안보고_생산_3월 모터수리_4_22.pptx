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7" r:id="rId9"/>
    <p:sldId id="578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949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382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50267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전기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 3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현장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모터 수선비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23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425380"/>
              </p:ext>
            </p:extLst>
          </p:nvPr>
        </p:nvGraphicFramePr>
        <p:xfrm>
          <a:off x="-4" y="874420"/>
          <a:ext cx="9128556" cy="5578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690123075"/>
                    </a:ext>
                  </a:extLst>
                </a:gridCol>
                <a:gridCol w="2324304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</a:tblGrid>
              <a:tr h="9276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수선내용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사   진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46512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월 현장 모터 수선비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호기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ROOTS BLOWER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모터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25HP 4P </a:t>
                      </a: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사유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3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22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일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호기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브로워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모터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고장으로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       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원료이송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문제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발생함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1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공장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VACCUM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펌프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25HP 20 380V</a:t>
                      </a: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450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펌프 모터 수리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첨부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1.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바큠펌프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현황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연구소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호기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V.S MOTOR 15HP 4P 380V</a:t>
                      </a: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V.S MOTOR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고장으로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수리요청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받음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(3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16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일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- 16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일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탈거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후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19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일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수리완료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입고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- 20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일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재부착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완료함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V.S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모터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(’91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년식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추정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)/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단종품임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첨부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2.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모터수리내용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충남모터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/ 3,440,000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3,300,000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45" y="3359071"/>
            <a:ext cx="2324304" cy="152761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2377" y="1820465"/>
            <a:ext cx="2345299" cy="153652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6474" y="4896112"/>
            <a:ext cx="2321775" cy="155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168883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15" y="698715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latin typeface="+mj-ea"/>
                <a:ea typeface="+mj-ea"/>
              </a:rPr>
              <a:t>▶ 첨부</a:t>
            </a:r>
            <a:r>
              <a:rPr lang="en-US" altLang="ko-KR" sz="1200" b="1" dirty="0" smtClean="0">
                <a:latin typeface="+mj-ea"/>
                <a:ea typeface="+mj-ea"/>
              </a:rPr>
              <a:t>1. </a:t>
            </a:r>
            <a:r>
              <a:rPr lang="ko-KR" altLang="en-US" sz="1200" b="1" dirty="0" err="1" smtClean="0">
                <a:latin typeface="+mj-ea"/>
                <a:ea typeface="+mj-ea"/>
              </a:rPr>
              <a:t>바큠펌프</a:t>
            </a:r>
            <a:r>
              <a:rPr lang="ko-KR" altLang="en-US" sz="1200" b="1" dirty="0" smtClean="0">
                <a:latin typeface="+mj-ea"/>
                <a:ea typeface="+mj-ea"/>
              </a:rPr>
              <a:t> 현황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126359" y="1072061"/>
            <a:ext cx="4301625" cy="2788987"/>
            <a:chOff x="683567" y="1138050"/>
            <a:chExt cx="5421283" cy="2578982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3567" y="1138050"/>
              <a:ext cx="5421283" cy="257898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0" name="직사각형 9"/>
            <p:cNvSpPr/>
            <p:nvPr/>
          </p:nvSpPr>
          <p:spPr>
            <a:xfrm>
              <a:off x="4932040" y="2862363"/>
              <a:ext cx="36004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/>
          <p:cNvGrpSpPr/>
          <p:nvPr/>
        </p:nvGrpSpPr>
        <p:grpSpPr>
          <a:xfrm>
            <a:off x="3128432" y="1753962"/>
            <a:ext cx="1218117" cy="276999"/>
            <a:chOff x="6133914" y="1608145"/>
            <a:chExt cx="1218117" cy="276999"/>
          </a:xfrm>
        </p:grpSpPr>
        <p:sp>
          <p:nvSpPr>
            <p:cNvPr id="12" name="오른쪽 화살표 11"/>
            <p:cNvSpPr/>
            <p:nvPr/>
          </p:nvSpPr>
          <p:spPr>
            <a:xfrm flipH="1">
              <a:off x="6133914" y="1644246"/>
              <a:ext cx="288032" cy="216024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450227" y="1608145"/>
              <a:ext cx="901804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 smtClean="0">
                  <a:latin typeface="+mn-ea"/>
                  <a:ea typeface="+mn-ea"/>
                </a:rPr>
                <a:t>기안 본건</a:t>
              </a:r>
              <a:endParaRPr lang="ko-KR" altLang="en-US" sz="1200" b="1" dirty="0">
                <a:latin typeface="+mn-ea"/>
                <a:ea typeface="+mn-ea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4427984" y="698715"/>
            <a:ext cx="252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latin typeface="+mj-ea"/>
                <a:ea typeface="+mj-ea"/>
              </a:rPr>
              <a:t>▶ 첨부</a:t>
            </a:r>
            <a:r>
              <a:rPr lang="en-US" altLang="ko-KR" sz="1200" b="1" dirty="0" smtClean="0">
                <a:latin typeface="+mj-ea"/>
                <a:ea typeface="+mj-ea"/>
              </a:rPr>
              <a:t>2. </a:t>
            </a:r>
            <a:r>
              <a:rPr lang="ko-KR" altLang="en-US" sz="1200" b="1" dirty="0" err="1" smtClean="0">
                <a:latin typeface="+mj-ea"/>
                <a:ea typeface="+mj-ea"/>
              </a:rPr>
              <a:t>모터수리</a:t>
            </a:r>
            <a:r>
              <a:rPr lang="ko-KR" altLang="en-US" sz="1200" b="1" dirty="0" smtClean="0">
                <a:latin typeface="+mj-ea"/>
                <a:ea typeface="+mj-ea"/>
              </a:rPr>
              <a:t> 내</a:t>
            </a:r>
            <a:r>
              <a:rPr lang="ko-KR" altLang="en-US" sz="1200" b="1" dirty="0">
                <a:latin typeface="+mj-ea"/>
                <a:ea typeface="+mj-ea"/>
              </a:rPr>
              <a:t>용</a:t>
            </a: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783" y="1074237"/>
            <a:ext cx="4496713" cy="398840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30676520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36395</TotalTime>
  <Words>155</Words>
  <Application>Microsoft Office PowerPoint</Application>
  <PresentationFormat>화면 슬라이드 쇼(4:3)</PresentationFormat>
  <Paragraphs>33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1702</cp:revision>
  <cp:lastPrinted>2026-03-03T23:42:12Z</cp:lastPrinted>
  <dcterms:created xsi:type="dcterms:W3CDTF">2006-12-21T02:27:07Z</dcterms:created>
  <dcterms:modified xsi:type="dcterms:W3CDTF">2026-04-22T22:24:54Z</dcterms:modified>
</cp:coreProperties>
</file>