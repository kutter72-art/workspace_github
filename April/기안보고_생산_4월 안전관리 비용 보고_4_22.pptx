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6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안전 관리비용 보고 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10" name="직사각형 9"/>
          <p:cNvSpPr/>
          <p:nvPr/>
        </p:nvSpPr>
        <p:spPr>
          <a:xfrm>
            <a:off x="323528" y="3311406"/>
            <a:ext cx="869981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세부내역</a:t>
            </a:r>
            <a:endParaRPr lang="en-US" altLang="ko-KR" sz="1200" b="1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endParaRPr lang="en-US" altLang="ko-KR" sz="1200" b="1" dirty="0">
              <a:solidFill>
                <a:srgbClr val="000000"/>
              </a:solidFill>
              <a:latin typeface="+mj-ea"/>
              <a:ea typeface="+mj-ea"/>
            </a:endParaRPr>
          </a:p>
          <a:p>
            <a:endParaRPr lang="en-US" altLang="ko-KR" sz="1200" b="1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endParaRPr lang="en-US" altLang="ko-KR" sz="1200" b="1" dirty="0">
              <a:solidFill>
                <a:srgbClr val="000000"/>
              </a:solidFill>
              <a:latin typeface="+mj-ea"/>
              <a:ea typeface="+mj-ea"/>
            </a:endParaRPr>
          </a:p>
          <a:p>
            <a:endParaRPr lang="en-US" altLang="ko-KR" sz="1200" b="1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endParaRPr lang="en-US" altLang="ko-KR" sz="1200" b="1" dirty="0">
              <a:solidFill>
                <a:srgbClr val="000000"/>
              </a:solidFill>
              <a:latin typeface="+mj-ea"/>
              <a:ea typeface="+mj-ea"/>
            </a:endParaRPr>
          </a:p>
          <a:p>
            <a:endParaRPr lang="en-US" altLang="ko-KR" sz="1200" b="1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endParaRPr lang="en-US" altLang="ko-KR" sz="1200" b="1" dirty="0">
              <a:solidFill>
                <a:srgbClr val="000000"/>
              </a:solidFill>
              <a:latin typeface="+mj-ea"/>
              <a:ea typeface="+mj-ea"/>
            </a:endParaRPr>
          </a:p>
          <a:p>
            <a:endParaRPr lang="en-US" altLang="ko-KR" sz="1200" b="1" dirty="0" smtClean="0">
              <a:solidFill>
                <a:srgbClr val="000000"/>
              </a:solidFill>
              <a:latin typeface="+mj-ea"/>
              <a:ea typeface="+mj-ea"/>
            </a:endParaRPr>
          </a:p>
          <a:p>
            <a:r>
              <a:rPr lang="ko-KR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▶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전월대비 감소 사유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: 3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공장 및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MB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라인 마스크 재고가 넉넉해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+mj-ea"/>
                <a:ea typeface="+mj-ea"/>
              </a:rPr>
              <a:t>구입수량을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2/3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가량 줄이면서 비용이 소폭 감소하였으며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, </a:t>
            </a:r>
          </a:p>
          <a:p>
            <a:r>
              <a:rPr lang="en-US" altLang="ko-KR" sz="1200" b="1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                              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익월부터는 기존 구매수량으로 구입 예정임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623006"/>
              </p:ext>
            </p:extLst>
          </p:nvPr>
        </p:nvGraphicFramePr>
        <p:xfrm>
          <a:off x="-4" y="874420"/>
          <a:ext cx="9128556" cy="237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23243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월 안전 관리비용 보고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‘26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안전용품 구매 및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안전대행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소방대행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관리비용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보고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보건대행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총무팀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하희경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대리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개별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결재진행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지급내역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     1)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골든플랫품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안전용품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(3,529,150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     2)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한국산업안전관리원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</a:rPr>
                        <a:t>안전대행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800,000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     3)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SK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소방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소방대행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275,000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4,604,150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골든플렛폼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: VAT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미포함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한국산업안전관리원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, SK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소방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   (VAT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포함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9" y="3622762"/>
            <a:ext cx="8291831" cy="131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36316</TotalTime>
  <Words>130</Words>
  <Application>Microsoft Office PowerPoint</Application>
  <PresentationFormat>화면 슬라이드 쇼(4:3)</PresentationFormat>
  <Paragraphs>33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1693</cp:revision>
  <cp:lastPrinted>2026-03-03T23:42:12Z</cp:lastPrinted>
  <dcterms:created xsi:type="dcterms:W3CDTF">2006-12-21T02:27:07Z</dcterms:created>
  <dcterms:modified xsi:type="dcterms:W3CDTF">2026-04-21T21:04:09Z</dcterms:modified>
</cp:coreProperties>
</file>