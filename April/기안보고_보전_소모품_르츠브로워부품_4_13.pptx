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9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15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소모품 구매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872015"/>
              </p:ext>
            </p:extLst>
          </p:nvPr>
        </p:nvGraphicFramePr>
        <p:xfrm>
          <a:off x="-4" y="692696"/>
          <a:ext cx="9128556" cy="388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548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1652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304285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456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3431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공장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TALC ROOTS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BLOWER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이송측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토출부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부품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토출부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부품 마모로 인한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교체품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부품명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FLEXI CHECK KFMC-125)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필요수량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단가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150,000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 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원료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/TALC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이송용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브로워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공용사용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9" y="1181306"/>
            <a:ext cx="3059832" cy="339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8332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37002</TotalTime>
  <Words>65</Words>
  <Application>Microsoft Office PowerPoint</Application>
  <PresentationFormat>화면 슬라이드 쇼(4:3)</PresentationFormat>
  <Paragraphs>16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1707</cp:revision>
  <cp:lastPrinted>2026-03-03T23:42:12Z</cp:lastPrinted>
  <dcterms:created xsi:type="dcterms:W3CDTF">2006-12-21T02:27:07Z</dcterms:created>
  <dcterms:modified xsi:type="dcterms:W3CDTF">2026-04-13T19:00:37Z</dcterms:modified>
</cp:coreProperties>
</file>