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9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15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수선비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657673"/>
              </p:ext>
            </p:extLst>
          </p:nvPr>
        </p:nvGraphicFramePr>
        <p:xfrm>
          <a:off x="-4" y="874420"/>
          <a:ext cx="9128556" cy="277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0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81652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3042852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4663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3042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연구소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호기 믹서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벨트플리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수리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사건내용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오후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시경 연구소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믹서 가동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중단으로 점검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믹서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벨트플리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마모로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수리필요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통보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김주홍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부장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긴급수리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요청으로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선수리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진행함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(32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만원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-&gt;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네고금액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만원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1340768"/>
            <a:ext cx="1584176" cy="230425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345" y="1340768"/>
            <a:ext cx="1460208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8332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36872</TotalTime>
  <Words>72</Words>
  <Application>Microsoft Office PowerPoint</Application>
  <PresentationFormat>화면 슬라이드 쇼(4:3)</PresentationFormat>
  <Paragraphs>18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1704</cp:revision>
  <cp:lastPrinted>2026-03-03T23:42:12Z</cp:lastPrinted>
  <dcterms:created xsi:type="dcterms:W3CDTF">2006-12-21T02:27:07Z</dcterms:created>
  <dcterms:modified xsi:type="dcterms:W3CDTF">2026-04-01T03:51:42Z</dcterms:modified>
</cp:coreProperties>
</file>