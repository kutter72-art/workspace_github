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6207" y="2646681"/>
            <a:ext cx="56583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j-lt"/>
                <a:ea typeface="맑은 고딕" panose="020B0503020000020004" pitchFamily="34" charset="-127"/>
              </a:rPr>
              <a:t>■ </a:t>
            </a:r>
            <a:r>
              <a:rPr lang="en-US" altLang="ko-KR" sz="1200" dirty="0" smtClean="0">
                <a:latin typeface="+mn-ea"/>
                <a:ea typeface="+mn-ea"/>
              </a:rPr>
              <a:t>3</a:t>
            </a:r>
            <a:r>
              <a:rPr lang="ko-KR" altLang="en-US" sz="1200" dirty="0" smtClean="0">
                <a:latin typeface="+mn-ea"/>
                <a:ea typeface="+mn-ea"/>
              </a:rPr>
              <a:t>월 </a:t>
            </a:r>
            <a:r>
              <a:rPr lang="ko-KR" altLang="en-US" sz="1200" dirty="0" err="1" smtClean="0">
                <a:latin typeface="+mn-ea"/>
                <a:ea typeface="+mn-ea"/>
              </a:rPr>
              <a:t>수질분석</a:t>
            </a:r>
            <a:r>
              <a:rPr lang="ko-KR" altLang="en-US" sz="1200" dirty="0" smtClean="0">
                <a:latin typeface="+mn-ea"/>
                <a:ea typeface="+mn-ea"/>
              </a:rPr>
              <a:t> 결과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48082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170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외부수조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약품 투입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714959"/>
              </p:ext>
            </p:extLst>
          </p:nvPr>
        </p:nvGraphicFramePr>
        <p:xfrm>
          <a:off x="-4" y="685880"/>
          <a:ext cx="9128556" cy="192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167623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223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6064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수조약품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경인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투입의 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경인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수질관리 대행업체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약품투입비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납부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투입약품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비용을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익월말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결재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(‘26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월부터 연구소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수조포함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약품 투입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(5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공장표기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전월대비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+57,900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 증가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연구소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수조포함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투입량 증가함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 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살균제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C230 +7k,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스케일방지제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C1350 +5k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793,400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00" y="2961854"/>
            <a:ext cx="5251275" cy="3473083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289228" y="4221088"/>
            <a:ext cx="46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5614412" y="2961854"/>
            <a:ext cx="34764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  <a:ea typeface="+mn-ea"/>
              </a:rPr>
              <a:t>■ 의견</a:t>
            </a:r>
            <a:endParaRPr lang="en-US" altLang="ko-KR" sz="1200" dirty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전 공장 전체적으로 </a:t>
            </a:r>
            <a:r>
              <a:rPr lang="ko-KR" altLang="en-US" sz="1200" dirty="0" err="1" smtClean="0">
                <a:latin typeface="+mn-ea"/>
                <a:ea typeface="+mn-ea"/>
              </a:rPr>
              <a:t>칼슘경도가</a:t>
            </a:r>
            <a:r>
              <a:rPr lang="ko-KR" altLang="en-US" sz="1200" dirty="0" smtClean="0">
                <a:latin typeface="+mn-ea"/>
                <a:ea typeface="+mn-ea"/>
              </a:rPr>
              <a:t> 높으며</a:t>
            </a:r>
            <a:r>
              <a:rPr lang="en-US" altLang="ko-KR" sz="1200" dirty="0" smtClean="0">
                <a:latin typeface="+mn-ea"/>
                <a:ea typeface="+mn-ea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 </a:t>
            </a:r>
            <a:r>
              <a:rPr lang="ko-KR" altLang="en-US" sz="1200" dirty="0" err="1" smtClean="0">
                <a:latin typeface="+mn-ea"/>
                <a:ea typeface="+mn-ea"/>
              </a:rPr>
              <a:t>칼슘경도가</a:t>
            </a:r>
            <a:r>
              <a:rPr lang="ko-KR" altLang="en-US" sz="1200" dirty="0" smtClean="0">
                <a:latin typeface="+mn-ea"/>
                <a:ea typeface="+mn-ea"/>
              </a:rPr>
              <a:t> 높을 경우 냉각수 라인에 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 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스케일 생성의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+mn-ea"/>
                <a:ea typeface="+mn-ea"/>
              </a:rPr>
              <a:t>원인이됨</a:t>
            </a:r>
            <a:endParaRPr lang="en-US" altLang="ko-KR" sz="12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스케일 방지제 </a:t>
            </a:r>
            <a:r>
              <a:rPr lang="ko-KR" altLang="en-US" sz="1200" dirty="0" err="1" smtClean="0">
                <a:latin typeface="+mn-ea"/>
                <a:ea typeface="+mn-ea"/>
              </a:rPr>
              <a:t>추가처방에</a:t>
            </a:r>
            <a:r>
              <a:rPr lang="ko-KR" altLang="en-US" sz="1200" dirty="0" smtClean="0">
                <a:latin typeface="+mn-ea"/>
                <a:ea typeface="+mn-ea"/>
              </a:rPr>
              <a:t> 대한 검토 필요함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36999</TotalTime>
  <Words>123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1720</cp:revision>
  <cp:lastPrinted>2026-03-03T23:42:12Z</cp:lastPrinted>
  <dcterms:created xsi:type="dcterms:W3CDTF">2006-12-21T02:27:07Z</dcterms:created>
  <dcterms:modified xsi:type="dcterms:W3CDTF">2026-04-27T18:18:40Z</dcterms:modified>
</cp:coreProperties>
</file>