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8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365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602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한국전기기술인 협회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협회비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납부의 건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276487"/>
              </p:ext>
            </p:extLst>
          </p:nvPr>
        </p:nvGraphicFramePr>
        <p:xfrm>
          <a:off x="140404" y="764704"/>
          <a:ext cx="8856984" cy="2122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7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653227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328795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64926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699911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6034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  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금  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190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한국전기기술인 협회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협회비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납부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전기안전관리자 선임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및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경력유지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관리를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위한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전기기술인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협회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협회비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납부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연회비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전기안전관리 기준에 따라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연회비가 다름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해당자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김응진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부장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김재홍 사원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한국전기기술인 협회 공문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김응진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부장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: 10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만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김재홍 사원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: 7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만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37332" y="2996952"/>
            <a:ext cx="5242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+mj-ea"/>
                <a:ea typeface="+mj-ea"/>
              </a:rPr>
              <a:t>▶ 전기안전관리자 </a:t>
            </a:r>
            <a:r>
              <a:rPr lang="ko-KR" altLang="en-US" sz="1200" dirty="0" err="1" smtClean="0">
                <a:latin typeface="+mj-ea"/>
                <a:ea typeface="+mj-ea"/>
              </a:rPr>
              <a:t>선임근거</a:t>
            </a:r>
            <a:r>
              <a:rPr lang="en-US" altLang="ko-KR" sz="1200" dirty="0" smtClean="0">
                <a:latin typeface="+mj-ea"/>
                <a:ea typeface="+mj-ea"/>
              </a:rPr>
              <a:t>(</a:t>
            </a:r>
            <a:r>
              <a:rPr lang="ko-KR" altLang="en-US" sz="1200" dirty="0" smtClean="0">
                <a:latin typeface="+mj-ea"/>
                <a:ea typeface="+mj-ea"/>
              </a:rPr>
              <a:t>출처 </a:t>
            </a:r>
            <a:r>
              <a:rPr lang="en-US" altLang="ko-KR" sz="1200" dirty="0" smtClean="0">
                <a:latin typeface="+mj-ea"/>
                <a:ea typeface="+mj-ea"/>
              </a:rPr>
              <a:t>: </a:t>
            </a:r>
            <a:r>
              <a:rPr lang="ko-KR" altLang="en-US" sz="1200" dirty="0" smtClean="0">
                <a:latin typeface="+mj-ea"/>
                <a:ea typeface="+mj-ea"/>
              </a:rPr>
              <a:t>한국전기기술인 협회 홈페이지</a:t>
            </a:r>
            <a:r>
              <a:rPr lang="en-US" altLang="ko-KR" sz="1200" dirty="0" smtClean="0">
                <a:latin typeface="+mj-ea"/>
                <a:ea typeface="+mj-ea"/>
              </a:rPr>
              <a:t>)</a:t>
            </a:r>
            <a:endParaRPr lang="ko-KR" altLang="en-US" sz="1200" dirty="0"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72" y="3225217"/>
            <a:ext cx="6984776" cy="328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1600" y="251770"/>
            <a:ext cx="5602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첨부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한국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전기기술인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협회 공문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764704"/>
            <a:ext cx="4104456" cy="559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0265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37075</TotalTime>
  <Words>104</Words>
  <Application>Microsoft Office PowerPoint</Application>
  <PresentationFormat>화면 슬라이드 쇼(4:3)</PresentationFormat>
  <Paragraphs>23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1713</cp:revision>
  <cp:lastPrinted>2026-03-03T23:42:12Z</cp:lastPrinted>
  <dcterms:created xsi:type="dcterms:W3CDTF">2006-12-21T02:27:07Z</dcterms:created>
  <dcterms:modified xsi:type="dcterms:W3CDTF">2026-04-27T18:11:43Z</dcterms:modified>
</cp:coreProperties>
</file>