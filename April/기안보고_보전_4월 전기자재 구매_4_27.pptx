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전기자재 구매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48779"/>
              </p:ext>
            </p:extLst>
          </p:nvPr>
        </p:nvGraphicFramePr>
        <p:xfrm>
          <a:off x="9423" y="661007"/>
          <a:ext cx="9108508" cy="190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26188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 전기자재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전기설비보수용 자재 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부광전기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휴즈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(SCR UNIT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부광전기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2,723,160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전기자재 구매내역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전월 대비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증감현황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2,700,000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9512" y="2689670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598237"/>
            <a:ext cx="5423524" cy="396074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255561" y="822780"/>
            <a:ext cx="1563092" cy="19205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189250" y="2484968"/>
            <a:ext cx="1695716" cy="19205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835" y="4333123"/>
            <a:ext cx="1920544" cy="212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전월 대비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증감현황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분석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16216" y="692696"/>
            <a:ext cx="26277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j-lt"/>
                <a:ea typeface="+mn-ea"/>
              </a:rPr>
              <a:t>▶ </a:t>
            </a:r>
            <a:r>
              <a:rPr lang="ko-KR" altLang="en-US" sz="1200" dirty="0" err="1" smtClean="0">
                <a:latin typeface="+mj-lt"/>
                <a:ea typeface="+mn-ea"/>
              </a:rPr>
              <a:t>분석요약</a:t>
            </a:r>
            <a:endParaRPr lang="en-US" altLang="ko-KR" sz="1200" dirty="0" smtClean="0">
              <a:latin typeface="+mj-lt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j-ea"/>
                <a:ea typeface="+mj-ea"/>
              </a:rPr>
              <a:t>전월대비 </a:t>
            </a:r>
            <a:r>
              <a:rPr lang="ko-KR" altLang="en-US" sz="1200" dirty="0">
                <a:latin typeface="+mj-ea"/>
                <a:ea typeface="+mj-ea"/>
              </a:rPr>
              <a:t>동일 품목 </a:t>
            </a:r>
            <a:r>
              <a:rPr lang="ko-KR" altLang="en-US" sz="1200" dirty="0" err="1">
                <a:latin typeface="+mj-ea"/>
                <a:ea typeface="+mj-ea"/>
              </a:rPr>
              <a:t>구매없음</a:t>
            </a:r>
            <a:endParaRPr lang="ko-KR" altLang="en-US" sz="1200" dirty="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j-ea"/>
                <a:ea typeface="+mj-ea"/>
              </a:rPr>
              <a:t>항목수</a:t>
            </a:r>
            <a:r>
              <a:rPr lang="ko-KR" altLang="en-US" sz="1200" dirty="0" smtClean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감소하였으나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총 금액은 </a:t>
            </a:r>
            <a:r>
              <a:rPr lang="en-US" altLang="ko-KR" sz="1200" dirty="0">
                <a:latin typeface="+mj-ea"/>
                <a:ea typeface="+mj-ea"/>
              </a:rPr>
              <a:t>(+) 47,560</a:t>
            </a:r>
            <a:r>
              <a:rPr lang="ko-KR" altLang="en-US" sz="1200" dirty="0">
                <a:latin typeface="+mj-ea"/>
                <a:ea typeface="+mj-ea"/>
              </a:rPr>
              <a:t>원 증가함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+mj-ea"/>
                <a:ea typeface="+mj-ea"/>
              </a:rPr>
              <a:t>SCR </a:t>
            </a:r>
            <a:r>
              <a:rPr lang="en-US" altLang="ko-KR" sz="1200" dirty="0">
                <a:latin typeface="+mj-ea"/>
                <a:ea typeface="+mj-ea"/>
              </a:rPr>
              <a:t>UNIT</a:t>
            </a:r>
            <a:r>
              <a:rPr lang="ko-KR" altLang="en-US" sz="1200" dirty="0">
                <a:latin typeface="+mj-ea"/>
                <a:ea typeface="+mj-ea"/>
              </a:rPr>
              <a:t>용 휴즈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약 </a:t>
            </a:r>
            <a:r>
              <a:rPr lang="en-US" altLang="ko-KR" sz="1200" dirty="0">
                <a:latin typeface="+mj-ea"/>
                <a:ea typeface="+mj-ea"/>
              </a:rPr>
              <a:t>100</a:t>
            </a:r>
            <a:r>
              <a:rPr lang="ko-KR" altLang="en-US" sz="1200" dirty="0">
                <a:latin typeface="+mj-ea"/>
                <a:ea typeface="+mj-ea"/>
              </a:rPr>
              <a:t>만원</a:t>
            </a:r>
            <a:r>
              <a:rPr lang="en-US" altLang="ko-KR" sz="1200" dirty="0">
                <a:latin typeface="+mj-ea"/>
                <a:ea typeface="+mj-ea"/>
              </a:rPr>
              <a:t>) </a:t>
            </a:r>
            <a:r>
              <a:rPr lang="ko-KR" altLang="en-US" sz="1200" dirty="0">
                <a:latin typeface="+mj-ea"/>
                <a:ea typeface="+mj-ea"/>
              </a:rPr>
              <a:t>구입금액으로 증가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j-ea"/>
                <a:ea typeface="+mj-ea"/>
              </a:rPr>
              <a:t>기타 </a:t>
            </a:r>
            <a:r>
              <a:rPr lang="ko-KR" altLang="en-US" sz="1200" dirty="0">
                <a:latin typeface="+mj-ea"/>
                <a:ea typeface="+mj-ea"/>
              </a:rPr>
              <a:t>품목은 구입 후 소진 시 </a:t>
            </a:r>
            <a:r>
              <a:rPr lang="ko-KR" altLang="en-US" sz="1200" dirty="0" err="1">
                <a:latin typeface="+mj-ea"/>
                <a:ea typeface="+mj-ea"/>
              </a:rPr>
              <a:t>재구매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ko-KR" altLang="en-US" sz="1200" dirty="0" err="1">
                <a:latin typeface="+mj-ea"/>
                <a:ea typeface="+mj-ea"/>
              </a:rPr>
              <a:t>품목임</a:t>
            </a:r>
            <a:endParaRPr lang="ko-KR" altLang="en-US" sz="1200" dirty="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j-ea"/>
                <a:ea typeface="+mj-ea"/>
              </a:rPr>
              <a:t>매월 </a:t>
            </a:r>
            <a:r>
              <a:rPr lang="ko-KR" altLang="en-US" sz="1200" dirty="0" err="1">
                <a:latin typeface="+mj-ea"/>
                <a:ea typeface="+mj-ea"/>
              </a:rPr>
              <a:t>증감현황</a:t>
            </a:r>
            <a:r>
              <a:rPr lang="ko-KR" altLang="en-US" sz="1200" dirty="0">
                <a:latin typeface="+mj-ea"/>
                <a:ea typeface="+mj-ea"/>
              </a:rPr>
              <a:t> 기록으로 사용량 분석 예정임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7" y="692696"/>
            <a:ext cx="6204203" cy="615006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36318</TotalTime>
  <Words>127</Words>
  <Application>Microsoft Office PowerPoint</Application>
  <PresentationFormat>화면 슬라이드 쇼(4:3)</PresentationFormat>
  <Paragraphs>28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1696</cp:revision>
  <cp:lastPrinted>2026-03-03T23:42:12Z</cp:lastPrinted>
  <dcterms:created xsi:type="dcterms:W3CDTF">2006-12-21T02:27:07Z</dcterms:created>
  <dcterms:modified xsi:type="dcterms:W3CDTF">2026-04-28T15:35:57Z</dcterms:modified>
</cp:coreProperties>
</file>