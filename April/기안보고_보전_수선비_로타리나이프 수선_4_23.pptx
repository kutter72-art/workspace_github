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9" r:id="rId9"/>
    <p:sldId id="580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150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65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4738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로타리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나이프 연마의 건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218826"/>
              </p:ext>
            </p:extLst>
          </p:nvPr>
        </p:nvGraphicFramePr>
        <p:xfrm>
          <a:off x="-4" y="692696"/>
          <a:ext cx="9128556" cy="2982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2252296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3505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6323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#13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펠렛타이져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로타리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나이프 수리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연마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19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로타리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나이프 교체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주기에 따른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 후 수선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연마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로타리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나이프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교체주기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약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#13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‘25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~’26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사용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연마업체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피케이엔지니어링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)/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견적가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730,000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연마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로타리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나이프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재고현황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‘26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로타리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나이프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 일정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690,000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5445224"/>
            <a:ext cx="8064896" cy="106025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39552" y="5139944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+mj-ea"/>
                <a:ea typeface="+mj-ea"/>
              </a:rPr>
              <a:t>▶ </a:t>
            </a:r>
            <a:r>
              <a:rPr lang="ko-KR" altLang="en-US" sz="1200" dirty="0" smtClean="0">
                <a:latin typeface="+mj-ea"/>
                <a:ea typeface="+mj-ea"/>
              </a:rPr>
              <a:t>첨부</a:t>
            </a:r>
            <a:r>
              <a:rPr lang="en-US" altLang="ko-KR" sz="1200" dirty="0" smtClean="0">
                <a:latin typeface="+mj-ea"/>
                <a:ea typeface="+mj-ea"/>
              </a:rPr>
              <a:t>2. </a:t>
            </a:r>
            <a:r>
              <a:rPr lang="ko-KR" altLang="en-US" sz="1200" dirty="0" err="1" smtClean="0">
                <a:latin typeface="+mj-ea"/>
                <a:ea typeface="+mj-ea"/>
              </a:rPr>
              <a:t>로타리</a:t>
            </a:r>
            <a:r>
              <a:rPr lang="ko-KR" altLang="en-US" sz="1200" dirty="0" smtClean="0">
                <a:latin typeface="+mj-ea"/>
                <a:ea typeface="+mj-ea"/>
              </a:rPr>
              <a:t> 나이프 재고 현황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56" y="1068182"/>
            <a:ext cx="2242868" cy="258855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4060202"/>
            <a:ext cx="6175743" cy="105146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39552" y="3783830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+mj-ea"/>
                <a:ea typeface="+mj-ea"/>
              </a:rPr>
              <a:t>▶ 첨부</a:t>
            </a:r>
            <a:r>
              <a:rPr lang="en-US" altLang="ko-KR" sz="1200" dirty="0" smtClean="0">
                <a:latin typeface="+mj-ea"/>
                <a:ea typeface="+mj-ea"/>
              </a:rPr>
              <a:t>1. </a:t>
            </a:r>
            <a:r>
              <a:rPr lang="ko-KR" altLang="en-US" sz="1200" dirty="0" err="1" smtClean="0">
                <a:latin typeface="+mj-ea"/>
                <a:ea typeface="+mj-ea"/>
              </a:rPr>
              <a:t>수리내역</a:t>
            </a:r>
            <a:r>
              <a:rPr lang="en-US" altLang="ko-KR" sz="1200" dirty="0" smtClean="0">
                <a:latin typeface="+mj-ea"/>
                <a:ea typeface="+mj-ea"/>
              </a:rPr>
              <a:t>(</a:t>
            </a:r>
            <a:r>
              <a:rPr lang="ko-KR" altLang="en-US" sz="1200" dirty="0" smtClean="0">
                <a:latin typeface="+mj-ea"/>
                <a:ea typeface="+mj-ea"/>
              </a:rPr>
              <a:t>연마</a:t>
            </a:r>
            <a:r>
              <a:rPr lang="en-US" altLang="ko-KR" sz="1200" dirty="0" smtClean="0">
                <a:latin typeface="+mj-ea"/>
                <a:ea typeface="+mj-ea"/>
              </a:rPr>
              <a:t>)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7118332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692696"/>
            <a:ext cx="4248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+mj-ea"/>
                <a:ea typeface="+mj-ea"/>
              </a:rPr>
              <a:t>▶ 첨부</a:t>
            </a:r>
            <a:r>
              <a:rPr lang="en-US" altLang="ko-KR" sz="1200" dirty="0" smtClean="0">
                <a:latin typeface="+mj-ea"/>
                <a:ea typeface="+mj-ea"/>
              </a:rPr>
              <a:t>2. ‘26</a:t>
            </a:r>
            <a:r>
              <a:rPr lang="ko-KR" altLang="en-US" sz="1200" dirty="0" smtClean="0">
                <a:latin typeface="+mj-ea"/>
                <a:ea typeface="+mj-ea"/>
              </a:rPr>
              <a:t>년 </a:t>
            </a:r>
            <a:r>
              <a:rPr lang="ko-KR" altLang="en-US" sz="1200" dirty="0" err="1" smtClean="0">
                <a:latin typeface="+mj-ea"/>
                <a:ea typeface="+mj-ea"/>
              </a:rPr>
              <a:t>로타리</a:t>
            </a:r>
            <a:r>
              <a:rPr lang="ko-KR" altLang="en-US" sz="1200" dirty="0" smtClean="0">
                <a:latin typeface="+mj-ea"/>
                <a:ea typeface="+mj-ea"/>
              </a:rPr>
              <a:t> 나이프 교체 일정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B$4:$P$20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542" y="1052736"/>
            <a:ext cx="8849100" cy="4464496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12700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7994316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37019</TotalTime>
  <Words>151</Words>
  <Application>Microsoft Office PowerPoint</Application>
  <PresentationFormat>화면 슬라이드 쇼(4:3)</PresentationFormat>
  <Paragraphs>25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1710</cp:revision>
  <cp:lastPrinted>2026-03-03T23:42:12Z</cp:lastPrinted>
  <dcterms:created xsi:type="dcterms:W3CDTF">2006-12-21T02:27:07Z</dcterms:created>
  <dcterms:modified xsi:type="dcterms:W3CDTF">2026-04-23T06:26:11Z</dcterms:modified>
</cp:coreProperties>
</file>