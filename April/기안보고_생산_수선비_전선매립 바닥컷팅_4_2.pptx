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767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수선비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sp>
        <p:nvSpPr>
          <p:cNvPr id="9" name="직사각형 8"/>
          <p:cNvSpPr/>
          <p:nvPr/>
        </p:nvSpPr>
        <p:spPr>
          <a:xfrm>
            <a:off x="323528" y="3407540"/>
            <a:ext cx="76466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3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월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25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일 구두보고 후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+mj-ea"/>
                <a:ea typeface="+mj-ea"/>
              </a:rPr>
              <a:t>시행건이며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, 4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월 </a:t>
            </a:r>
            <a:r>
              <a:rPr lang="en-US" altLang="ko-KR" sz="1200" b="1" dirty="0" smtClean="0">
                <a:solidFill>
                  <a:srgbClr val="000000"/>
                </a:solidFill>
                <a:latin typeface="+mj-ea"/>
                <a:ea typeface="+mj-ea"/>
              </a:rPr>
              <a:t>2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일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+mj-ea"/>
                <a:ea typeface="+mj-ea"/>
              </a:rPr>
              <a:t>기안일까지</a:t>
            </a:r>
            <a:r>
              <a:rPr lang="ko-KR" altLang="en-US" sz="1200" b="1" dirty="0" smtClean="0">
                <a:solidFill>
                  <a:srgbClr val="000000"/>
                </a:solidFill>
                <a:latin typeface="+mj-ea"/>
                <a:ea typeface="+mj-ea"/>
              </a:rPr>
              <a:t> 보전 박태식 부장 점검 결과 이상없이 </a:t>
            </a:r>
            <a:r>
              <a:rPr lang="ko-KR" altLang="en-US" sz="1200" b="1" dirty="0" err="1" smtClean="0">
                <a:solidFill>
                  <a:srgbClr val="000000"/>
                </a:solidFill>
                <a:latin typeface="+mj-ea"/>
                <a:ea typeface="+mj-ea"/>
              </a:rPr>
              <a:t>정상가동됨</a:t>
            </a:r>
            <a:endParaRPr lang="ko-KR" altLang="en-US" sz="1200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960150"/>
              </p:ext>
            </p:extLst>
          </p:nvPr>
        </p:nvGraphicFramePr>
        <p:xfrm>
          <a:off x="-4" y="874420"/>
          <a:ext cx="9128556" cy="2434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40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690123075"/>
                    </a:ext>
                  </a:extLst>
                </a:gridCol>
                <a:gridCol w="2324304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</a:tblGrid>
              <a:tr h="39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977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공장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전선포설용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바닥컷팅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및 홈파기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사유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- 1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공장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심정펌프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바닥매설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전선불량으로 이를 신규매립하기 위한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바닥컷팅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홈파기 시행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시행일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3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월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26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일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목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400,000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248" y="1349689"/>
            <a:ext cx="2324304" cy="195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99997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36366</TotalTime>
  <Words>74</Words>
  <Application>Microsoft Office PowerPoint</Application>
  <PresentationFormat>화면 슬라이드 쇼(4:3)</PresentationFormat>
  <Paragraphs>15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1699</cp:revision>
  <cp:lastPrinted>2026-03-03T23:42:12Z</cp:lastPrinted>
  <dcterms:created xsi:type="dcterms:W3CDTF">2006-12-21T02:27:07Z</dcterms:created>
  <dcterms:modified xsi:type="dcterms:W3CDTF">2026-04-03T01:53:56Z</dcterms:modified>
</cp:coreProperties>
</file>