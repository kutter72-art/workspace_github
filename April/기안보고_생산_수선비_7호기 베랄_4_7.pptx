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9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246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6207" y="2910637"/>
            <a:ext cx="90585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j-lt"/>
                <a:ea typeface="맑은 고딕" panose="020B0503020000020004" pitchFamily="34" charset="-127"/>
              </a:rPr>
              <a:t>■ </a:t>
            </a:r>
            <a:r>
              <a:rPr lang="ko-KR" altLang="en-US" sz="1200" dirty="0" err="1" smtClean="0">
                <a:latin typeface="+mn-ea"/>
                <a:ea typeface="+mn-ea"/>
              </a:rPr>
              <a:t>베랄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err="1" smtClean="0">
                <a:latin typeface="+mn-ea"/>
                <a:ea typeface="+mn-ea"/>
              </a:rPr>
              <a:t>재고현황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dirty="0" smtClean="0">
                <a:latin typeface="+mn-ea"/>
                <a:ea typeface="+mn-ea"/>
              </a:rPr>
              <a:t>의견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  : </a:t>
            </a:r>
            <a:r>
              <a:rPr lang="ko-KR" altLang="en-US" sz="1200" dirty="0" smtClean="0">
                <a:latin typeface="+mn-ea"/>
                <a:ea typeface="+mn-ea"/>
              </a:rPr>
              <a:t>현재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smtClean="0">
                <a:latin typeface="+mn-ea"/>
                <a:ea typeface="+mn-ea"/>
              </a:rPr>
              <a:t>노후 설비로</a:t>
            </a:r>
            <a:r>
              <a:rPr lang="en-US" altLang="ko-KR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smtClean="0">
                <a:latin typeface="+mn-ea"/>
                <a:ea typeface="+mn-ea"/>
              </a:rPr>
              <a:t>각 </a:t>
            </a:r>
            <a:r>
              <a:rPr lang="ko-KR" altLang="en-US" sz="1200" dirty="0" err="1" smtClean="0">
                <a:latin typeface="+mn-ea"/>
                <a:ea typeface="+mn-ea"/>
              </a:rPr>
              <a:t>바렐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ko-KR" altLang="en-US" sz="1200" dirty="0" err="1" smtClean="0">
                <a:latin typeface="+mn-ea"/>
                <a:ea typeface="+mn-ea"/>
              </a:rPr>
              <a:t>온도관리</a:t>
            </a:r>
            <a:r>
              <a:rPr lang="ko-KR" altLang="en-US" sz="1200" dirty="0" smtClean="0">
                <a:latin typeface="+mn-ea"/>
                <a:ea typeface="+mn-ea"/>
              </a:rPr>
              <a:t> 범위를 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±20℃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로 운영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하고 있으나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세밀한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온도관리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범위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(Tolerance)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로 운영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불량율을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감소할 수 있을 것으로 판단됨</a:t>
            </a:r>
            <a:r>
              <a:rPr lang="en-US" altLang="ko-KR" sz="1200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(±5℃ 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이상의 변동은 </a:t>
            </a:r>
            <a:r>
              <a:rPr lang="ko-KR" altLang="en-US" sz="1200" dirty="0" err="1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용융점도를</a:t>
            </a:r>
            <a:r>
              <a:rPr lang="ko-KR" altLang="en-US" sz="1200" dirty="0" smtClean="0">
                <a:solidFill>
                  <a:srgbClr val="FF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급격히 변화함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/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예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2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호기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온도컨트롤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문제로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MI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높았음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endParaRPr lang="en-US" altLang="ko-KR" sz="12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  : </a:t>
            </a:r>
            <a:r>
              <a:rPr lang="ko-KR" altLang="en-US" sz="1200" dirty="0" err="1" smtClean="0">
                <a:latin typeface="+mn-ea"/>
                <a:ea typeface="+mn-ea"/>
              </a:rPr>
              <a:t>베랄</a:t>
            </a:r>
            <a:r>
              <a:rPr lang="ko-KR" altLang="en-US" sz="1200" dirty="0" smtClean="0">
                <a:latin typeface="+mn-ea"/>
                <a:ea typeface="+mn-ea"/>
              </a:rPr>
              <a:t> 마모로 </a:t>
            </a:r>
            <a:r>
              <a:rPr lang="ko-KR" altLang="en-US" sz="1200" dirty="0" err="1" smtClean="0">
                <a:latin typeface="+mn-ea"/>
                <a:ea typeface="+mn-ea"/>
              </a:rPr>
              <a:t>스크류와의</a:t>
            </a:r>
            <a:r>
              <a:rPr lang="ko-KR" altLang="en-US" sz="1200" dirty="0" smtClean="0">
                <a:latin typeface="+mn-ea"/>
                <a:ea typeface="+mn-ea"/>
              </a:rPr>
              <a:t> 사이에 </a:t>
            </a:r>
            <a:r>
              <a:rPr lang="ko-KR" altLang="en-US" sz="1200" dirty="0" err="1" smtClean="0">
                <a:latin typeface="+mn-ea"/>
                <a:ea typeface="+mn-ea"/>
              </a:rPr>
              <a:t>레진이</a:t>
            </a:r>
            <a:r>
              <a:rPr lang="ko-KR" altLang="en-US" sz="1200" dirty="0" smtClean="0">
                <a:latin typeface="+mn-ea"/>
                <a:ea typeface="+mn-ea"/>
              </a:rPr>
              <a:t> 장기체류가 되면서 높은 온도로 인한 </a:t>
            </a:r>
            <a:r>
              <a:rPr lang="ko-KR" altLang="en-US" sz="1200" dirty="0" smtClean="0">
                <a:solidFill>
                  <a:srgbClr val="FF0000"/>
                </a:solidFill>
                <a:latin typeface="+mn-ea"/>
                <a:ea typeface="+mn-ea"/>
              </a:rPr>
              <a:t>탄화가 이루어지면서 칼라에 영향을</a:t>
            </a:r>
            <a:endParaRPr lang="en-US" altLang="ko-KR" sz="12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     </a:t>
            </a:r>
            <a:r>
              <a:rPr lang="ko-KR" altLang="en-US" sz="1200" dirty="0" smtClean="0">
                <a:latin typeface="+mn-ea"/>
                <a:ea typeface="+mn-ea"/>
              </a:rPr>
              <a:t>줄 수 있을 것으로도 판단됨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770532"/>
              </p:ext>
            </p:extLst>
          </p:nvPr>
        </p:nvGraphicFramePr>
        <p:xfrm>
          <a:off x="26068" y="3241257"/>
          <a:ext cx="8794404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492">
                  <a:extLst>
                    <a:ext uri="{9D8B030D-6E8A-4147-A177-3AD203B41FA5}">
                      <a16:colId xmlns:a16="http://schemas.microsoft.com/office/drawing/2014/main" val="1656237016"/>
                    </a:ext>
                  </a:extLst>
                </a:gridCol>
                <a:gridCol w="1130490">
                  <a:extLst>
                    <a:ext uri="{9D8B030D-6E8A-4147-A177-3AD203B41FA5}">
                      <a16:colId xmlns:a16="http://schemas.microsoft.com/office/drawing/2014/main" val="4274016560"/>
                    </a:ext>
                  </a:extLst>
                </a:gridCol>
                <a:gridCol w="1715981">
                  <a:extLst>
                    <a:ext uri="{9D8B030D-6E8A-4147-A177-3AD203B41FA5}">
                      <a16:colId xmlns:a16="http://schemas.microsoft.com/office/drawing/2014/main" val="4287652533"/>
                    </a:ext>
                  </a:extLst>
                </a:gridCol>
                <a:gridCol w="1394235">
                  <a:extLst>
                    <a:ext uri="{9D8B030D-6E8A-4147-A177-3AD203B41FA5}">
                      <a16:colId xmlns:a16="http://schemas.microsoft.com/office/drawing/2014/main" val="35020021"/>
                    </a:ext>
                  </a:extLst>
                </a:gridCol>
                <a:gridCol w="2359474">
                  <a:extLst>
                    <a:ext uri="{9D8B030D-6E8A-4147-A177-3AD203B41FA5}">
                      <a16:colId xmlns:a16="http://schemas.microsoft.com/office/drawing/2014/main" val="766678200"/>
                    </a:ext>
                  </a:extLst>
                </a:gridCol>
                <a:gridCol w="1608732">
                  <a:extLst>
                    <a:ext uri="{9D8B030D-6E8A-4147-A177-3AD203B41FA5}">
                      <a16:colId xmlns:a16="http://schemas.microsoft.com/office/drawing/2014/main" val="858610369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No.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규    격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업    체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재고수량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사용호기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비    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0144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92mm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유니 플러스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1,2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,6,7,8,11,12,13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13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호기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베랄교체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예정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8806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92mm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SM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플라텍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10,15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8061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75mm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유니플러스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rgbClr val="FF0000"/>
                          </a:solidFill>
                          <a:latin typeface="+mj-ea"/>
                          <a:ea typeface="+mj-ea"/>
                        </a:rPr>
                        <a:t>3,4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44329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48mm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유니플러서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연구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4~7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37072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70mm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유니플러스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218080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12798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170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기안보고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보전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#7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바렐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신규제작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125926"/>
              </p:ext>
            </p:extLst>
          </p:nvPr>
        </p:nvGraphicFramePr>
        <p:xfrm>
          <a:off x="-4" y="780150"/>
          <a:ext cx="9128556" cy="224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196426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223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최종합의 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8093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#7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압출기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바렐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수리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통수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신규제작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#12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바렐교체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완료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(’25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9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#7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마모가 심하여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12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교체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바렐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수선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통수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및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신규제작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(C1, C2)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후 교체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(12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통수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냉각수라인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막힘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수관로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천공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en-US" altLang="ko-KR" sz="1200" b="0" baseline="0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C1, C2 ZONE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은 마모가 심하여 신규 제작함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(1,380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만원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-&gt;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1,250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C1, C2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ZONE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은 배합물 투입구로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마모심하여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  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신규제작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12,500,000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851" y="1102482"/>
            <a:ext cx="186374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89732" y="216921"/>
            <a:ext cx="5170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#12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바렐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마모도 측정결과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29" y="692696"/>
            <a:ext cx="6020322" cy="23014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78" y="3501008"/>
            <a:ext cx="6299069" cy="30509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990" y="3121223"/>
            <a:ext cx="5170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예상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정비이력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카드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3" name="직사각형 2"/>
          <p:cNvSpPr/>
          <p:nvPr/>
        </p:nvSpPr>
        <p:spPr>
          <a:xfrm>
            <a:off x="2411760" y="1115317"/>
            <a:ext cx="4185891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763049" y="1200160"/>
            <a:ext cx="1512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+mn-ea"/>
                <a:ea typeface="+mn-ea"/>
              </a:rPr>
              <a:t>← </a:t>
            </a:r>
            <a:r>
              <a:rPr lang="ko-KR" altLang="en-US" sz="1200" b="1" dirty="0" err="1" smtClean="0">
                <a:latin typeface="+mn-ea"/>
                <a:ea typeface="+mn-ea"/>
              </a:rPr>
              <a:t>신규제작</a:t>
            </a:r>
            <a:r>
              <a:rPr lang="ko-KR" altLang="en-US" sz="1200" b="1" dirty="0" smtClean="0">
                <a:latin typeface="+mn-ea"/>
                <a:ea typeface="+mn-ea"/>
              </a:rPr>
              <a:t> 필요</a:t>
            </a:r>
            <a:endParaRPr lang="ko-KR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6132078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36971</TotalTime>
  <Words>266</Words>
  <Application>Microsoft Office PowerPoint</Application>
  <PresentationFormat>화면 슬라이드 쇼(4:3)</PresentationFormat>
  <Paragraphs>70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1716</cp:revision>
  <cp:lastPrinted>2026-03-03T23:42:12Z</cp:lastPrinted>
  <dcterms:created xsi:type="dcterms:W3CDTF">2006-12-21T02:27:07Z</dcterms:created>
  <dcterms:modified xsi:type="dcterms:W3CDTF">2026-04-06T11:33:10Z</dcterms:modified>
</cp:coreProperties>
</file>