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7" r:id="rId9"/>
    <p:sldId id="576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58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331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5386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생산 사무용품 및 비품 구매의 건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보고일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23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530627"/>
              </p:ext>
            </p:extLst>
          </p:nvPr>
        </p:nvGraphicFramePr>
        <p:xfrm>
          <a:off x="9423" y="874421"/>
          <a:ext cx="9108508" cy="19065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261885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383898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2060388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170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구매내용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구매금액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사  진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58949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생산 사무용품 및 비품 구매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P.P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로프외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10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건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’26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년 구매계획 예산에 의거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구매진행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전월대비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+144,200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 상승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첨부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1.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사무용품 </a:t>
                      </a:r>
                      <a:r>
                        <a:rPr lang="ko-KR" altLang="en-US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구매항목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■ 전월 대비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+mn-ea"/>
                        </a:rPr>
                        <a:t>증감현황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+mn-ea"/>
                      </a:endParaRP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1,065,600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426" y="1196131"/>
            <a:ext cx="2044505" cy="1584797"/>
          </a:xfrm>
          <a:prstGeom prst="rect">
            <a:avLst/>
          </a:prstGeom>
        </p:spPr>
      </p:pic>
      <p:grpSp>
        <p:nvGrpSpPr>
          <p:cNvPr id="5" name="그룹 4"/>
          <p:cNvGrpSpPr/>
          <p:nvPr/>
        </p:nvGrpSpPr>
        <p:grpSpPr>
          <a:xfrm>
            <a:off x="453589" y="2849968"/>
            <a:ext cx="6726145" cy="3535851"/>
            <a:chOff x="453589" y="2849968"/>
            <a:chExt cx="6726145" cy="3535851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4998" y="3176237"/>
              <a:ext cx="6624736" cy="3209582"/>
            </a:xfrm>
            <a:prstGeom prst="rect">
              <a:avLst/>
            </a:prstGeom>
          </p:spPr>
        </p:pic>
        <p:sp>
          <p:nvSpPr>
            <p:cNvPr id="13" name="직사각형 12"/>
            <p:cNvSpPr/>
            <p:nvPr/>
          </p:nvSpPr>
          <p:spPr>
            <a:xfrm>
              <a:off x="453589" y="2849968"/>
              <a:ext cx="309251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200" dirty="0">
                  <a:solidFill>
                    <a:srgbClr val="000000"/>
                  </a:solidFill>
                  <a:latin typeface="+mj-ea"/>
                  <a:ea typeface="+mj-ea"/>
                </a:rPr>
                <a:t>▶ 첨부</a:t>
              </a:r>
              <a:r>
                <a:rPr lang="en-US" altLang="ko-KR" sz="1200" dirty="0">
                  <a:solidFill>
                    <a:srgbClr val="000000"/>
                  </a:solidFill>
                  <a:latin typeface="+mj-ea"/>
                  <a:ea typeface="+mj-ea"/>
                </a:rPr>
                <a:t>1.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+mj-ea"/>
                  <a:ea typeface="+mj-ea"/>
                </a:rPr>
                <a:t>생산 사무용품 및 비품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+mj-ea"/>
                  <a:ea typeface="+mj-ea"/>
                </a:rPr>
                <a:t>구매내역</a:t>
              </a:r>
              <a:endParaRPr lang="ko-KR" altLang="en-US" sz="1200" dirty="0">
                <a:latin typeface="+mj-ea"/>
                <a:ea typeface="+mj-ea"/>
              </a:endParaRPr>
            </a:p>
          </p:txBody>
        </p:sp>
        <p:sp>
          <p:nvSpPr>
            <p:cNvPr id="2" name="직사각형 1"/>
            <p:cNvSpPr/>
            <p:nvPr/>
          </p:nvSpPr>
          <p:spPr>
            <a:xfrm>
              <a:off x="5076056" y="4725144"/>
              <a:ext cx="432048" cy="2160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44886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5386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전월 대비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증감현황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및 분석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pic>
        <p:nvPicPr>
          <p:cNvPr id="10" name="그림 9"/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2:$K$20"/>
              </a:ext>
            </a:extLst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0296" y="692696"/>
            <a:ext cx="8424578" cy="3672408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80296" y="4498253"/>
            <a:ext cx="842457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+mn-ea"/>
                <a:ea typeface="+mn-ea"/>
              </a:rPr>
              <a:t>▶ </a:t>
            </a:r>
            <a:r>
              <a:rPr lang="ko-KR" altLang="en-US" sz="1200" dirty="0" err="1" smtClean="0">
                <a:latin typeface="+mn-ea"/>
                <a:ea typeface="+mn-ea"/>
              </a:rPr>
              <a:t>분석요약</a:t>
            </a:r>
            <a:endParaRPr lang="en-US" altLang="ko-KR" sz="1200" dirty="0" smtClean="0">
              <a:latin typeface="+mn-ea"/>
              <a:ea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 smtClean="0">
                <a:latin typeface="+mn-ea"/>
                <a:ea typeface="+mn-ea"/>
              </a:rPr>
              <a:t>일부품목</a:t>
            </a:r>
            <a:r>
              <a:rPr lang="ko-KR" altLang="en-US" sz="1200" dirty="0" smtClean="0">
                <a:latin typeface="+mn-ea"/>
                <a:ea typeface="+mn-ea"/>
              </a:rPr>
              <a:t> </a:t>
            </a:r>
            <a:r>
              <a:rPr lang="en-US" altLang="ko-KR" sz="1200" dirty="0" smtClean="0">
                <a:latin typeface="+mn-ea"/>
                <a:ea typeface="+mn-ea"/>
              </a:rPr>
              <a:t>: </a:t>
            </a:r>
            <a:r>
              <a:rPr lang="ko-KR" altLang="en-US" sz="1200" dirty="0" err="1" smtClean="0">
                <a:latin typeface="+mn-ea"/>
                <a:ea typeface="+mn-ea"/>
              </a:rPr>
              <a:t>동일수량</a:t>
            </a:r>
            <a:r>
              <a:rPr lang="ko-KR" altLang="en-US" sz="1200" dirty="0" smtClean="0">
                <a:latin typeface="+mn-ea"/>
                <a:ea typeface="+mn-ea"/>
              </a:rPr>
              <a:t> 내 구매 </a:t>
            </a:r>
            <a:r>
              <a:rPr lang="en-US" altLang="ko-KR" sz="1200" dirty="0" smtClean="0">
                <a:latin typeface="+mn-ea"/>
                <a:ea typeface="+mn-ea"/>
              </a:rPr>
              <a:t>– </a:t>
            </a:r>
            <a:r>
              <a:rPr lang="ko-KR" altLang="en-US" sz="1200" dirty="0" smtClean="0">
                <a:latin typeface="+mn-ea"/>
                <a:ea typeface="+mn-ea"/>
              </a:rPr>
              <a:t>커피</a:t>
            </a:r>
            <a:r>
              <a:rPr lang="en-US" altLang="ko-KR" sz="1200" dirty="0" smtClean="0">
                <a:latin typeface="+mn-ea"/>
                <a:ea typeface="+mn-ea"/>
              </a:rPr>
              <a:t>, </a:t>
            </a:r>
            <a:r>
              <a:rPr lang="ko-KR" altLang="en-US" sz="1200" dirty="0" smtClean="0">
                <a:latin typeface="+mn-ea"/>
                <a:ea typeface="+mn-ea"/>
              </a:rPr>
              <a:t>차</a:t>
            </a:r>
            <a:r>
              <a:rPr lang="en-US" altLang="ko-KR" sz="1200" dirty="0" smtClean="0">
                <a:latin typeface="+mn-ea"/>
                <a:ea typeface="+mn-ea"/>
              </a:rPr>
              <a:t>(</a:t>
            </a:r>
            <a:r>
              <a:rPr lang="ko-KR" altLang="en-US" sz="1200" dirty="0" smtClean="0">
                <a:latin typeface="+mn-ea"/>
                <a:ea typeface="+mn-ea"/>
              </a:rPr>
              <a:t>카누</a:t>
            </a:r>
            <a:r>
              <a:rPr lang="en-US" altLang="ko-KR" sz="1200" dirty="0" smtClean="0">
                <a:latin typeface="+mn-ea"/>
                <a:ea typeface="+mn-ea"/>
              </a:rPr>
              <a:t>,</a:t>
            </a:r>
            <a:r>
              <a:rPr lang="ko-KR" altLang="en-US" sz="1200" dirty="0" err="1" smtClean="0">
                <a:latin typeface="+mn-ea"/>
                <a:ea typeface="+mn-ea"/>
              </a:rPr>
              <a:t>둥굴레차</a:t>
            </a:r>
            <a:r>
              <a:rPr lang="en-US" altLang="ko-KR" sz="1200" dirty="0" smtClean="0">
                <a:latin typeface="+mn-ea"/>
                <a:ea typeface="+mn-ea"/>
              </a:rPr>
              <a:t>)/ </a:t>
            </a:r>
            <a:r>
              <a:rPr lang="ko-KR" altLang="en-US" sz="1200" dirty="0" smtClean="0">
                <a:latin typeface="+mn-ea"/>
                <a:ea typeface="+mn-ea"/>
              </a:rPr>
              <a:t>보루</a:t>
            </a:r>
            <a:r>
              <a:rPr lang="en-US" altLang="ko-KR" sz="1200" dirty="0" smtClean="0">
                <a:latin typeface="+mn-ea"/>
                <a:ea typeface="+mn-ea"/>
              </a:rPr>
              <a:t>, </a:t>
            </a:r>
            <a:r>
              <a:rPr lang="ko-KR" altLang="en-US" sz="1200" dirty="0" smtClean="0">
                <a:latin typeface="+mn-ea"/>
                <a:ea typeface="+mn-ea"/>
              </a:rPr>
              <a:t>용지</a:t>
            </a:r>
            <a:r>
              <a:rPr lang="en-US" altLang="ko-KR" sz="1200" dirty="0" smtClean="0">
                <a:latin typeface="+mn-ea"/>
                <a:ea typeface="+mn-ea"/>
              </a:rPr>
              <a:t>, </a:t>
            </a:r>
            <a:r>
              <a:rPr lang="ko-KR" altLang="en-US" sz="1200" dirty="0" smtClean="0">
                <a:latin typeface="+mn-ea"/>
                <a:ea typeface="+mn-ea"/>
              </a:rPr>
              <a:t>테이프 등</a:t>
            </a:r>
            <a:endParaRPr lang="en-US" altLang="ko-KR" sz="1200" dirty="0" smtClean="0">
              <a:latin typeface="+mn-ea"/>
              <a:ea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+mn-ea"/>
                <a:ea typeface="+mn-ea"/>
              </a:rPr>
              <a:t>그 이외의 품목은 재고 파악 후 예상 사용량에 근거하여 구매함</a:t>
            </a:r>
            <a:endParaRPr lang="en-US" altLang="ko-KR" sz="1200" dirty="0" smtClean="0">
              <a:latin typeface="+mn-ea"/>
              <a:ea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+mn-ea"/>
                <a:ea typeface="+mn-ea"/>
              </a:rPr>
              <a:t>현장에 사용 </a:t>
            </a:r>
            <a:r>
              <a:rPr lang="ko-KR" altLang="en-US" sz="1200" dirty="0" err="1" smtClean="0">
                <a:latin typeface="+mn-ea"/>
                <a:ea typeface="+mn-ea"/>
              </a:rPr>
              <a:t>사모품</a:t>
            </a:r>
            <a:r>
              <a:rPr lang="ko-KR" altLang="en-US" sz="1200" dirty="0" smtClean="0">
                <a:latin typeface="+mn-ea"/>
                <a:ea typeface="+mn-ea"/>
              </a:rPr>
              <a:t> 중 </a:t>
            </a:r>
            <a:r>
              <a:rPr lang="en-US" altLang="ko-KR" sz="1200" dirty="0" smtClean="0">
                <a:latin typeface="+mn-ea"/>
                <a:ea typeface="+mn-ea"/>
              </a:rPr>
              <a:t>MRO </a:t>
            </a:r>
            <a:r>
              <a:rPr lang="ko-KR" altLang="en-US" sz="1200" dirty="0" err="1" smtClean="0">
                <a:latin typeface="+mn-ea"/>
                <a:ea typeface="+mn-ea"/>
              </a:rPr>
              <a:t>구매품목</a:t>
            </a:r>
            <a:r>
              <a:rPr lang="ko-KR" altLang="en-US" sz="1200" dirty="0" smtClean="0">
                <a:latin typeface="+mn-ea"/>
                <a:ea typeface="+mn-ea"/>
              </a:rPr>
              <a:t> </a:t>
            </a:r>
            <a:r>
              <a:rPr lang="en-US" altLang="ko-KR" sz="1200" dirty="0" smtClean="0">
                <a:latin typeface="+mn-ea"/>
                <a:ea typeface="+mn-ea"/>
              </a:rPr>
              <a:t>– </a:t>
            </a:r>
            <a:r>
              <a:rPr lang="ko-KR" altLang="en-US" sz="1200" dirty="0" smtClean="0">
                <a:latin typeface="+mn-ea"/>
                <a:ea typeface="+mn-ea"/>
              </a:rPr>
              <a:t>로프</a:t>
            </a:r>
            <a:r>
              <a:rPr lang="en-US" altLang="ko-KR" sz="1200" dirty="0" smtClean="0">
                <a:latin typeface="+mn-ea"/>
                <a:ea typeface="+mn-ea"/>
              </a:rPr>
              <a:t>,</a:t>
            </a:r>
            <a:r>
              <a:rPr lang="ko-KR" altLang="en-US" sz="1200" dirty="0" err="1" smtClean="0">
                <a:latin typeface="+mn-ea"/>
                <a:ea typeface="+mn-ea"/>
              </a:rPr>
              <a:t>컷터날</a:t>
            </a:r>
            <a:r>
              <a:rPr lang="en-US" altLang="ko-KR" sz="1200" dirty="0" smtClean="0">
                <a:latin typeface="+mn-ea"/>
                <a:ea typeface="+mn-ea"/>
              </a:rPr>
              <a:t>, </a:t>
            </a:r>
            <a:r>
              <a:rPr lang="ko-KR" altLang="en-US" sz="1200" dirty="0" smtClean="0">
                <a:latin typeface="+mn-ea"/>
                <a:ea typeface="+mn-ea"/>
              </a:rPr>
              <a:t>보루</a:t>
            </a:r>
            <a:r>
              <a:rPr lang="en-US" altLang="ko-KR" sz="1200" dirty="0" smtClean="0">
                <a:latin typeface="+mn-ea"/>
                <a:ea typeface="+mn-ea"/>
              </a:rPr>
              <a:t>, </a:t>
            </a:r>
            <a:r>
              <a:rPr lang="ko-KR" altLang="en-US" sz="1200" dirty="0" err="1" smtClean="0">
                <a:latin typeface="+mn-ea"/>
                <a:ea typeface="+mn-ea"/>
              </a:rPr>
              <a:t>하우스비닐</a:t>
            </a:r>
            <a:r>
              <a:rPr lang="en-US" altLang="ko-KR" sz="1200" dirty="0" smtClean="0">
                <a:latin typeface="+mn-ea"/>
                <a:ea typeface="+mn-ea"/>
              </a:rPr>
              <a:t>, </a:t>
            </a:r>
            <a:r>
              <a:rPr lang="ko-KR" altLang="en-US" sz="1200" dirty="0" err="1" smtClean="0">
                <a:latin typeface="+mn-ea"/>
                <a:ea typeface="+mn-ea"/>
              </a:rPr>
              <a:t>핸드타올</a:t>
            </a:r>
            <a:r>
              <a:rPr lang="en-US" altLang="ko-KR" sz="1200" dirty="0" smtClean="0">
                <a:latin typeface="+mn-ea"/>
                <a:ea typeface="+mn-ea"/>
              </a:rPr>
              <a:t>(</a:t>
            </a:r>
            <a:r>
              <a:rPr lang="ko-KR" altLang="en-US" sz="1200" dirty="0" smtClean="0">
                <a:latin typeface="+mn-ea"/>
                <a:ea typeface="+mn-ea"/>
              </a:rPr>
              <a:t>화장실용</a:t>
            </a:r>
            <a:r>
              <a:rPr lang="en-US" altLang="ko-KR" sz="1200" dirty="0" smtClean="0">
                <a:latin typeface="+mn-ea"/>
                <a:ea typeface="+mn-ea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smtClean="0">
                <a:latin typeface="+mn-ea"/>
                <a:ea typeface="+mn-ea"/>
              </a:rPr>
              <a:t>매월 </a:t>
            </a:r>
            <a:r>
              <a:rPr lang="ko-KR" altLang="en-US" sz="1200" dirty="0" err="1" smtClean="0">
                <a:latin typeface="+mn-ea"/>
                <a:ea typeface="+mn-ea"/>
              </a:rPr>
              <a:t>증감분석</a:t>
            </a:r>
            <a:r>
              <a:rPr lang="ko-KR" altLang="en-US" sz="1200" dirty="0" smtClean="0">
                <a:latin typeface="+mn-ea"/>
                <a:ea typeface="+mn-ea"/>
              </a:rPr>
              <a:t> 기록으로 사용량 </a:t>
            </a:r>
            <a:r>
              <a:rPr lang="ko-KR" altLang="en-US" sz="1200" dirty="0" err="1" smtClean="0">
                <a:latin typeface="+mn-ea"/>
                <a:ea typeface="+mn-ea"/>
              </a:rPr>
              <a:t>분석토록</a:t>
            </a:r>
            <a:r>
              <a:rPr lang="ko-KR" altLang="en-US" sz="1200" dirty="0" smtClean="0">
                <a:latin typeface="+mn-ea"/>
                <a:ea typeface="+mn-ea"/>
              </a:rPr>
              <a:t> 할 예정임</a:t>
            </a:r>
            <a:endParaRPr lang="ko-KR" altLang="en-US" sz="12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276577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36222</TotalTime>
  <Words>137</Words>
  <Application>Microsoft Office PowerPoint</Application>
  <PresentationFormat>화면 슬라이드 쇼(4:3)</PresentationFormat>
  <Paragraphs>26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1683</cp:revision>
  <cp:lastPrinted>2026-03-03T23:42:12Z</cp:lastPrinted>
  <dcterms:created xsi:type="dcterms:W3CDTF">2006-12-21T02:27:07Z</dcterms:created>
  <dcterms:modified xsi:type="dcterms:W3CDTF">2026-04-25T09:36:43Z</dcterms:modified>
</cp:coreProperties>
</file>