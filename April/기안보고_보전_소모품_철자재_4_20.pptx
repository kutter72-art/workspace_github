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2"/>
  </p:notesMasterIdLst>
  <p:handoutMasterIdLst>
    <p:handoutMasterId r:id="rId13"/>
  </p:handoutMasterIdLst>
  <p:sldIdLst>
    <p:sldId id="577" r:id="rId9"/>
    <p:sldId id="578" r:id="rId10"/>
    <p:sldId id="579" r:id="rId11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767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040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007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소모품 구매 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9" name="직사각형 8"/>
          <p:cNvSpPr/>
          <p:nvPr/>
        </p:nvSpPr>
        <p:spPr>
          <a:xfrm>
            <a:off x="505228" y="3360405"/>
            <a:ext cx="15007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구매내역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296862"/>
              </p:ext>
            </p:extLst>
          </p:nvPr>
        </p:nvGraphicFramePr>
        <p:xfrm>
          <a:off x="551525" y="874420"/>
          <a:ext cx="8046904" cy="2434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540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22260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82024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9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구매금액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9772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철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 자재 구매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당진종합철재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생산 현장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사용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철자재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소모품 구매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탱크로리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메쉬망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제작용외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건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구매내역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당진종합철재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368,000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247" y="1353688"/>
            <a:ext cx="1794181" cy="195514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3688976"/>
            <a:ext cx="7826679" cy="154022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909999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소모품 구매 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9" name="직사각형 8"/>
          <p:cNvSpPr/>
          <p:nvPr/>
        </p:nvSpPr>
        <p:spPr>
          <a:xfrm>
            <a:off x="505228" y="3360405"/>
            <a:ext cx="15007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구매내역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470363"/>
              </p:ext>
            </p:extLst>
          </p:nvPr>
        </p:nvGraphicFramePr>
        <p:xfrm>
          <a:off x="551525" y="874420"/>
          <a:ext cx="8046904" cy="2434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540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22260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82024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9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구매금액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9772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전기자재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모터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정리함 제작용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형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</a:rPr>
                        <a:t>바퀴구매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보전창고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바닥에 놓여 있는 모터들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정리를 위한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보관함용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구매내역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일신바퀴상사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364,800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03" y="3640500"/>
            <a:ext cx="8121976" cy="79661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26" y="1340767"/>
            <a:ext cx="1821687" cy="196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46133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전기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소모품 구매 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603744"/>
              </p:ext>
            </p:extLst>
          </p:nvPr>
        </p:nvGraphicFramePr>
        <p:xfrm>
          <a:off x="551525" y="874420"/>
          <a:ext cx="8046904" cy="2434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540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22260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82024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9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구매금액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9772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고소작업대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렌탈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창고동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투광용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작업등 교체 목적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구매내역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충남렌탈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290,000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717032"/>
            <a:ext cx="5040560" cy="2838003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782458" y="3421179"/>
            <a:ext cx="13468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견적서</a:t>
            </a:r>
            <a:endParaRPr lang="ko-KR" altLang="en-US" sz="1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96291314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36595</TotalTime>
  <Words>174</Words>
  <Application>Microsoft Office PowerPoint</Application>
  <PresentationFormat>화면 슬라이드 쇼(4:3)</PresentationFormat>
  <Paragraphs>47</Paragraphs>
  <Slides>3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3</vt:i4>
      </vt:variant>
      <vt:variant>
        <vt:lpstr>재구성한 쇼</vt:lpstr>
      </vt:variant>
      <vt:variant>
        <vt:i4>1</vt:i4>
      </vt:variant>
    </vt:vector>
  </HeadingPairs>
  <TitlesOfParts>
    <vt:vector size="17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1703</cp:revision>
  <cp:lastPrinted>2026-03-03T23:42:12Z</cp:lastPrinted>
  <dcterms:created xsi:type="dcterms:W3CDTF">2006-12-21T02:27:07Z</dcterms:created>
  <dcterms:modified xsi:type="dcterms:W3CDTF">2026-04-20T10:46:38Z</dcterms:modified>
</cp:coreProperties>
</file>