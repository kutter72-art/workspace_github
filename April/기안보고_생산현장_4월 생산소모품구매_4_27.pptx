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6" r:id="rId9"/>
    <p:sldId id="577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43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생산현장 소모품 및 비품 구매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811227"/>
              </p:ext>
            </p:extLst>
          </p:nvPr>
        </p:nvGraphicFramePr>
        <p:xfrm>
          <a:off x="9423" y="874421"/>
          <a:ext cx="9108508" cy="1906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261885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8389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생산현장 소모품 및 비품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생산현장 사용 소모품 및 비품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 보고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또는 구매대행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신평철물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대행품목은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인터넷 구매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필요품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예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테프론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봉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472,500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53589" y="2849968"/>
            <a:ext cx="17828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</a:rPr>
              <a:t>▶ 첨부</a:t>
            </a:r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en-US" altLang="ko-KR" sz="1200" dirty="0" smtClean="0">
                <a:solidFill>
                  <a:srgbClr val="000000"/>
                </a:solidFill>
                <a:latin typeface="+mj-ea"/>
                <a:ea typeface="+mj-ea"/>
              </a:rPr>
              <a:t>4</a:t>
            </a:r>
            <a:r>
              <a:rPr lang="ko-KR" altLang="en-US" sz="1200" dirty="0" smtClean="0">
                <a:solidFill>
                  <a:srgbClr val="000000"/>
                </a:solidFill>
                <a:latin typeface="+mj-ea"/>
                <a:ea typeface="+mj-ea"/>
              </a:rPr>
              <a:t>월 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161474"/>
            <a:ext cx="7162800" cy="27813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전월 대비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증감현황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분석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692696"/>
            <a:ext cx="8314469" cy="374441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95535" y="4570261"/>
            <a:ext cx="83144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▶ 분석 요약</a:t>
            </a:r>
          </a:p>
          <a:p>
            <a:r>
              <a:rPr lang="ko-KR" altLang="en-US" sz="1200" dirty="0">
                <a:latin typeface="+mn-ea"/>
                <a:ea typeface="+mn-ea"/>
              </a:rPr>
              <a:t>• 3</a:t>
            </a:r>
            <a:r>
              <a:rPr lang="ko-KR" altLang="en-US" sz="1200" dirty="0" smtClean="0">
                <a:latin typeface="+mn-ea"/>
                <a:ea typeface="+mn-ea"/>
              </a:rPr>
              <a:t>월 : </a:t>
            </a:r>
            <a:r>
              <a:rPr lang="ko-KR" altLang="en-US" sz="1200" dirty="0" err="1">
                <a:latin typeface="+mn-ea"/>
                <a:ea typeface="+mn-ea"/>
              </a:rPr>
              <a:t>설비·공정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  <a:r>
              <a:rPr lang="ko-KR" altLang="en-US" sz="1200" dirty="0" smtClean="0">
                <a:latin typeface="+mn-ea"/>
                <a:ea typeface="+mn-ea"/>
              </a:rPr>
              <a:t>소모품 </a:t>
            </a:r>
            <a:r>
              <a:rPr lang="ko-KR" altLang="en-US" sz="1200" dirty="0">
                <a:latin typeface="+mn-ea"/>
                <a:ea typeface="+mn-ea"/>
              </a:rPr>
              <a:t>대량 구매 (10품목 / 1,116,000원) — </a:t>
            </a:r>
            <a:r>
              <a:rPr lang="ko-KR" altLang="en-US" sz="1200" dirty="0" err="1">
                <a:latin typeface="+mn-ea"/>
                <a:ea typeface="+mn-ea"/>
              </a:rPr>
              <a:t>호스·보드·청통용기·테프론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  <a:r>
              <a:rPr lang="ko-KR" altLang="en-US" sz="1200" dirty="0" smtClean="0">
                <a:latin typeface="+mn-ea"/>
                <a:ea typeface="+mn-ea"/>
              </a:rPr>
              <a:t>등 </a:t>
            </a:r>
            <a:r>
              <a:rPr lang="ko-KR" altLang="en-US" sz="1200" dirty="0">
                <a:latin typeface="+mn-ea"/>
                <a:ea typeface="+mn-ea"/>
              </a:rPr>
              <a:t>공정 소모품 중심</a:t>
            </a:r>
          </a:p>
          <a:p>
            <a:r>
              <a:rPr lang="ko-KR" altLang="en-US" sz="1200" dirty="0">
                <a:latin typeface="+mn-ea"/>
                <a:ea typeface="+mn-ea"/>
              </a:rPr>
              <a:t>• 4</a:t>
            </a:r>
            <a:r>
              <a:rPr lang="ko-KR" altLang="en-US" sz="1200" dirty="0" smtClean="0">
                <a:latin typeface="+mn-ea"/>
                <a:ea typeface="+mn-ea"/>
              </a:rPr>
              <a:t>월 : </a:t>
            </a:r>
            <a:r>
              <a:rPr lang="ko-KR" altLang="en-US" sz="1200" dirty="0" err="1">
                <a:latin typeface="+mn-ea"/>
                <a:ea typeface="+mn-ea"/>
              </a:rPr>
              <a:t>안전·사무용품</a:t>
            </a:r>
            <a:r>
              <a:rPr lang="ko-KR" altLang="en-US" sz="1200" dirty="0">
                <a:latin typeface="+mn-ea"/>
                <a:ea typeface="+mn-ea"/>
              </a:rPr>
              <a:t> 위주 소규모 구매 (6품목 / 472,500원) — </a:t>
            </a:r>
            <a:r>
              <a:rPr lang="ko-KR" altLang="en-US" sz="1200" dirty="0" err="1">
                <a:latin typeface="+mn-ea"/>
                <a:ea typeface="+mn-ea"/>
              </a:rPr>
              <a:t>청력보호구·사무용의자·보루·빗자루</a:t>
            </a:r>
            <a:r>
              <a:rPr lang="ko-KR" altLang="en-US" sz="1200" dirty="0">
                <a:latin typeface="+mn-ea"/>
                <a:ea typeface="+mn-ea"/>
              </a:rPr>
              <a:t> 등 </a:t>
            </a:r>
          </a:p>
          <a:p>
            <a:r>
              <a:rPr lang="ko-KR" altLang="en-US" sz="1200" dirty="0">
                <a:latin typeface="+mn-ea"/>
                <a:ea typeface="+mn-ea"/>
              </a:rPr>
              <a:t>• 공통 유지 품목: </a:t>
            </a:r>
            <a:r>
              <a:rPr lang="ko-KR" altLang="en-US" sz="1200" dirty="0" err="1">
                <a:latin typeface="+mn-ea"/>
                <a:ea typeface="+mn-ea"/>
              </a:rPr>
              <a:t>테프론봉</a:t>
            </a:r>
            <a:r>
              <a:rPr lang="ko-KR" altLang="en-US" sz="1200" dirty="0">
                <a:latin typeface="+mn-ea"/>
                <a:ea typeface="+mn-ea"/>
              </a:rPr>
              <a:t>(규격 변경 8mm→6mm, 수량 2→1개), </a:t>
            </a:r>
            <a:r>
              <a:rPr lang="ko-KR" altLang="en-US" sz="1200" dirty="0" err="1">
                <a:latin typeface="+mn-ea"/>
                <a:ea typeface="+mn-ea"/>
              </a:rPr>
              <a:t>배송비는</a:t>
            </a:r>
            <a:r>
              <a:rPr lang="ko-KR" altLang="en-US" sz="1200" dirty="0">
                <a:latin typeface="+mn-ea"/>
                <a:ea typeface="+mn-ea"/>
              </a:rPr>
              <a:t> 인터넷 구매 진행(</a:t>
            </a:r>
            <a:r>
              <a:rPr lang="ko-KR" altLang="en-US" sz="1200" dirty="0" err="1">
                <a:latin typeface="+mn-ea"/>
                <a:ea typeface="+mn-ea"/>
              </a:rPr>
              <a:t>신평철물</a:t>
            </a:r>
            <a:r>
              <a:rPr lang="ko-KR" altLang="en-US" sz="1200" dirty="0">
                <a:latin typeface="+mn-ea"/>
                <a:ea typeface="+mn-ea"/>
              </a:rPr>
              <a:t> 구매대행)</a:t>
            </a:r>
          </a:p>
          <a:p>
            <a:r>
              <a:rPr lang="ko-KR" altLang="en-US" sz="1200" dirty="0">
                <a:latin typeface="+mn-ea"/>
                <a:ea typeface="+mn-ea"/>
              </a:rPr>
              <a:t>• 결과: 전월 대비 총 구매액 ▼57.7% 감소 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ea typeface="+mn-ea"/>
              </a:rPr>
              <a:t>−643,500원</a:t>
            </a:r>
            <a:r>
              <a:rPr lang="ko-KR" altLang="en-US" sz="1200" dirty="0"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6798336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36224</TotalTime>
  <Words>182</Words>
  <Application>Microsoft Office PowerPoint</Application>
  <PresentationFormat>화면 슬라이드 쇼(4:3)</PresentationFormat>
  <Paragraphs>26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1683</cp:revision>
  <cp:lastPrinted>2026-03-03T23:42:12Z</cp:lastPrinted>
  <dcterms:created xsi:type="dcterms:W3CDTF">2006-12-21T02:27:07Z</dcterms:created>
  <dcterms:modified xsi:type="dcterms:W3CDTF">2026-04-25T13:01:04Z</dcterms:modified>
</cp:coreProperties>
</file>