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8" r:id="rId9"/>
    <p:sldId id="579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9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99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연구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#7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바이브레이터 구매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24625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여구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#6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호기 설치 사진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984281"/>
              </p:ext>
            </p:extLst>
          </p:nvPr>
        </p:nvGraphicFramePr>
        <p:xfrm>
          <a:off x="107504" y="874420"/>
          <a:ext cx="8928992" cy="237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61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666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5585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5662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1978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연구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#7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호기용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바이브레이터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연구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#7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호기 생산 샘플에 대한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미컷팅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롱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펠렛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,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실타래 등의 혼입 클레임 접수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원인은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펠렛타이져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컷팅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후 바이브레이터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선별 스크린이 없음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연구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#6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호기 예비 바이브레이터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설치완료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견적서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(SM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플라텍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/ 450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만원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연구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#6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호기 설치 사진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3,900,000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37" y="3661187"/>
            <a:ext cx="2183169" cy="286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7904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95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 소모성 자재구매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화성종합상사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10086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▶ 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8481"/>
              </p:ext>
            </p:extLst>
          </p:nvPr>
        </p:nvGraphicFramePr>
        <p:xfrm>
          <a:off x="107504" y="874420"/>
          <a:ext cx="8928992" cy="237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61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666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5585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5662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1978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설비 보수용 소모성 자재구매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보전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설비 유지보수를 위한 소모성 자재 구매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솔레노이드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다이어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프램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밸브외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공급처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화성종합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1,416,000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  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1,390,000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3624712"/>
            <a:ext cx="5700013" cy="28286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1" y="1285014"/>
            <a:ext cx="1775456" cy="194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6577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37061</TotalTime>
  <Words>172</Words>
  <Application>Microsoft Office PowerPoint</Application>
  <PresentationFormat>화면 슬라이드 쇼(4:3)</PresentationFormat>
  <Paragraphs>37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1710</cp:revision>
  <cp:lastPrinted>2026-03-03T23:42:12Z</cp:lastPrinted>
  <dcterms:created xsi:type="dcterms:W3CDTF">2006-12-21T02:27:07Z</dcterms:created>
  <dcterms:modified xsi:type="dcterms:W3CDTF">2026-04-20T19:23:21Z</dcterms:modified>
</cp:coreProperties>
</file>