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29" autoAdjust="0"/>
  </p:normalViewPr>
  <p:slideViewPr>
    <p:cSldViewPr>
      <p:cViewPr varScale="1">
        <p:scale>
          <a:sx n="88" d="100"/>
          <a:sy n="88" d="100"/>
        </p:scale>
        <p:origin x="133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7186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 보전(기계/설비)_바큠펌프 보충 OIL 외 1건 구매_보고일 : 6월 10일 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327209"/>
              </p:ext>
            </p:extLst>
          </p:nvPr>
        </p:nvGraphicFramePr>
        <p:xfrm>
          <a:off x="9423" y="661007"/>
          <a:ext cx="9108508" cy="25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45383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바큠펌프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(VA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CUUM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PUMP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)보충 OIL 및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QC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사출기용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윤활유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바큠펌프(VACUUM PUMP) 보충 OIL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및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QC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사출기용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윤활유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부족으로 OIL 구매 진행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구매내역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1) 586 KIXX TURBINE OIL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점도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68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- 2P/L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단가 98,000원 / 금액 196,000원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(사용용도 : 공장동 바큠펌프용, 재고 : 없음)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2) 625 KIXX RD HD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점도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46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),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4P/L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단가 65,000원 / 금액 260,000원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(사용용도 : QC용, 재고 : 20L 1EA)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합계금액 : 456,000원 (VAT 별도)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456,000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78" y="3729394"/>
            <a:ext cx="2065971" cy="27582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119" y="3739802"/>
            <a:ext cx="2061897" cy="2746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3420291"/>
            <a:ext cx="309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구매제품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사진</a:t>
            </a:r>
            <a:endParaRPr lang="ko-KR" altLang="en-US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004048" y="3417955"/>
            <a:ext cx="309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용도</a:t>
            </a:r>
            <a:endParaRPr lang="en-US" altLang="ko-KR" sz="1200" b="1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6056" y="3678839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 err="1" smtClean="0">
                <a:latin typeface="+mn-ea"/>
                <a:ea typeface="+mn-ea"/>
              </a:rPr>
              <a:t>터빈유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err="1" smtClean="0">
                <a:latin typeface="+mn-ea"/>
                <a:ea typeface="+mn-ea"/>
              </a:rPr>
              <a:t>바큠펌프</a:t>
            </a:r>
            <a:r>
              <a:rPr lang="ko-KR" altLang="en-US" sz="1200" dirty="0" smtClean="0">
                <a:latin typeface="+mn-ea"/>
                <a:ea typeface="+mn-ea"/>
              </a:rPr>
              <a:t> 청소 및 </a:t>
            </a:r>
            <a:r>
              <a:rPr lang="ko-KR" altLang="en-US" sz="1200" dirty="0" err="1" smtClean="0">
                <a:latin typeface="+mn-ea"/>
                <a:ea typeface="+mn-ea"/>
              </a:rPr>
              <a:t>플러싱용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점도 </a:t>
            </a:r>
            <a:r>
              <a:rPr lang="en-US" altLang="ko-KR" sz="1200" dirty="0" smtClean="0">
                <a:latin typeface="+mn-ea"/>
                <a:ea typeface="+mn-ea"/>
              </a:rPr>
              <a:t>68)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 smtClean="0">
                <a:latin typeface="+mn-ea"/>
                <a:ea typeface="+mn-ea"/>
              </a:rPr>
              <a:t>사출기 윤활유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사출기 </a:t>
            </a:r>
            <a:r>
              <a:rPr lang="ko-KR" altLang="en-US" sz="1200" dirty="0" err="1" smtClean="0">
                <a:latin typeface="+mn-ea"/>
                <a:ea typeface="+mn-ea"/>
              </a:rPr>
              <a:t>기계마모</a:t>
            </a:r>
            <a:r>
              <a:rPr lang="ko-KR" altLang="en-US" sz="1200" dirty="0" smtClean="0">
                <a:latin typeface="+mn-ea"/>
                <a:ea typeface="+mn-ea"/>
              </a:rPr>
              <a:t> 방지 및 유압 동력전달 </a:t>
            </a:r>
            <a:r>
              <a:rPr lang="ko-KR" altLang="en-US" sz="1200" dirty="0" err="1" smtClean="0">
                <a:latin typeface="+mn-ea"/>
                <a:ea typeface="+mn-ea"/>
              </a:rPr>
              <a:t>강화용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점도 </a:t>
            </a:r>
            <a:r>
              <a:rPr lang="en-US" altLang="ko-KR" sz="1200" dirty="0" smtClean="0">
                <a:latin typeface="+mn-ea"/>
                <a:ea typeface="+mn-ea"/>
              </a:rPr>
              <a:t>46)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36355</TotalTime>
  <Words>170</Words>
  <Application>Microsoft Office PowerPoint</Application>
  <PresentationFormat>화면 슬라이드 쇼(4:3)</PresentationFormat>
  <Paragraphs>28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1704</cp:revision>
  <cp:lastPrinted>2026-03-03T23:42:12Z</cp:lastPrinted>
  <dcterms:created xsi:type="dcterms:W3CDTF">2006-12-21T02:27:07Z</dcterms:created>
  <dcterms:modified xsi:type="dcterms:W3CDTF">2026-06-10T08:31:25Z</dcterms:modified>
</cp:coreProperties>
</file>