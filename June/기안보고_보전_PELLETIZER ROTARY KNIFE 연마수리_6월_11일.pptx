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2"/>
  </p:notesMasterIdLst>
  <p:handoutMasterIdLst>
    <p:handoutMasterId r:id="rId13"/>
  </p:handoutMasterIdLst>
  <p:sldIdLst>
    <p:sldId id="577" r:id="rId9"/>
    <p:sldId id="579" r:id="rId10"/>
    <p:sldId id="578" r:id="rId11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329" autoAdjust="0"/>
  </p:normalViewPr>
  <p:slideViewPr>
    <p:cSldViewPr>
      <p:cViewPr varScale="1">
        <p:scale>
          <a:sx n="83" d="100"/>
          <a:sy n="83" d="100"/>
        </p:scale>
        <p:origin x="1536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258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26349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783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188640"/>
            <a:ext cx="720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sz="1600" b="1" dirty="0">
                <a:latin typeface="맑은 고딕" pitchFamily="50" charset="-127"/>
                <a:ea typeface="맑은 고딕" pitchFamily="50" charset="-127"/>
              </a:rPr>
              <a:t>[ 기안보고_보전_PELLETIZER ROTARY KNIFE 연마수리_보고일 : 6월 11일 ]</a:t>
            </a:r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4465679"/>
              </p:ext>
            </p:extLst>
          </p:nvPr>
        </p:nvGraphicFramePr>
        <p:xfrm>
          <a:off x="9423" y="661007"/>
          <a:ext cx="9108508" cy="30906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0129">
                  <a:extLst>
                    <a:ext uri="{9D8B030D-6E8A-4147-A177-3AD203B41FA5}">
                      <a16:colId xmlns:a16="http://schemas.microsoft.com/office/drawing/2014/main" val="1279869001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542279608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376411790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131341835"/>
                    </a:ext>
                  </a:extLst>
                </a:gridCol>
                <a:gridCol w="1161555">
                  <a:extLst>
                    <a:ext uri="{9D8B030D-6E8A-4147-A177-3AD203B41FA5}">
                      <a16:colId xmlns:a16="http://schemas.microsoft.com/office/drawing/2014/main" val="4163765789"/>
                    </a:ext>
                  </a:extLst>
                </a:gridCol>
              </a:tblGrid>
              <a:tr h="317013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번호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수리내용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세부내용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 err="1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최종금액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200" b="1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비  고</a:t>
                      </a:r>
                      <a:endParaRPr lang="ko-KR" altLang="en-US" sz="1200" b="1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294538"/>
                  </a:ext>
                </a:extLst>
              </a:tr>
              <a:tr h="1589494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PELLETIZER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ROTARY KNIFE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연마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수리</a:t>
                      </a: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(피케이엔지니어링)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배경</a:t>
                      </a: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연구소4호기 PELLETIZER KNIFE : '23.6월~'26.5월 사용 (사용기간 약 3년)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- 12호기 PELLETIZER ROTARY KNIFE : 교체주기 '25.6월~'26.5월 (1년 사용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)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수리내역(㈜피케이엔지니어링)</a:t>
                      </a: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로터리 커터 연마 180×250(28NT) 1EA : 500,000원 (연구소4호기용)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로터리 커터 연마 200×400(32NT) 1EA : 730,000원 (12호기용)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합계 1,230,000원 → NEGO 1,060,000원 (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VAT별도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)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</a:t>
                      </a: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재고현황</a:t>
                      </a: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PP용 ROTARY KNIFE : 1~14호기 호기별 1~2EA 보유 (규격별 상이)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- 연구소용 ROTARY KNIFE : 연구소4(1EA) / 연구소1.2.3(1EA) / 연구소5.6.7(1EA</a:t>
                      </a:r>
                      <a:r>
                        <a:rPr lang="ko-KR" altLang="en-US" sz="1100" b="0" dirty="0" smtClean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)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■ 첨부1. 구매/수리 견적 내역(피케이엔지니어링)</a:t>
                      </a:r>
                    </a:p>
                    <a:p>
                      <a:pPr latinLnBrk="1">
                        <a:lnSpc>
                          <a:spcPct val="100000"/>
                        </a:lnSpc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    첨부2. 현장사진(연마 전 상태)</a:t>
                      </a:r>
                      <a:endParaRPr lang="en-US" altLang="ko-KR" sz="1100" b="0" dirty="0" smtClean="0">
                        <a:solidFill>
                          <a:schemeClr val="tx1"/>
                        </a:solidFill>
                        <a:latin typeface="맑은 고딕" pitchFamily="34" charset="-127"/>
                        <a:ea typeface="맑은 고딕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sz="1100" b="1" dirty="0">
                          <a:solidFill>
                            <a:schemeClr val="tx1"/>
                          </a:solidFill>
                          <a:latin typeface="맑은 고딕" pitchFamily="34" charset="-127"/>
                          <a:ea typeface="맑은 고딕" pitchFamily="34" charset="-127"/>
                        </a:rPr>
                        <a:t>1,060,000원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en-US" altLang="ko-KR" sz="1100" b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VAT</a:t>
                      </a:r>
                      <a:r>
                        <a:rPr lang="en-US" altLang="ko-KR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 </a:t>
                      </a:r>
                      <a:r>
                        <a:rPr lang="ko-KR" altLang="en-US" sz="11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34" charset="-127"/>
                          <a:ea typeface="맑은 고딕" panose="020B0503020000020004" pitchFamily="34" charset="-127"/>
                        </a:rPr>
                        <a:t>별도</a:t>
                      </a:r>
                      <a:endParaRPr lang="ko-KR" altLang="en-US" sz="1100" b="0" dirty="0">
                        <a:solidFill>
                          <a:schemeClr val="tx1"/>
                        </a:solidFill>
                        <a:latin typeface="맑은 고딕" panose="020B0503020000020004" pitchFamily="34" charset="-127"/>
                        <a:ea typeface="맑은 고딕" panose="020B0503020000020004" pitchFamily="34" charset="-127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3387800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423" y="4077072"/>
            <a:ext cx="5508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■ 첨부1. 구매/수리 견적 내역(피케이엔지니어링)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6176" y="4077072"/>
            <a:ext cx="280186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■ 첨부2. 현장사진(연마 전 상태)</a:t>
            </a:r>
          </a:p>
        </p:txBody>
      </p:sp>
      <p:pic>
        <p:nvPicPr>
          <p:cNvPr id="12" name="Picture 11" descr="견적서_합본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" y="4419460"/>
            <a:ext cx="5858721" cy="1820066"/>
          </a:xfrm>
          <a:prstGeom prst="rect">
            <a:avLst/>
          </a:prstGeom>
        </p:spPr>
      </p:pic>
      <p:pic>
        <p:nvPicPr>
          <p:cNvPr id="13" name="Picture 12" descr="photo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216" y="4419460"/>
            <a:ext cx="1159521" cy="2059540"/>
          </a:xfrm>
          <a:prstGeom prst="rect">
            <a:avLst/>
          </a:prstGeom>
        </p:spPr>
      </p:pic>
      <p:pic>
        <p:nvPicPr>
          <p:cNvPr id="14" name="Picture 13" descr="photo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6052" y="4419460"/>
            <a:ext cx="1159521" cy="205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886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188640"/>
            <a:ext cx="720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sz="1600" b="1" dirty="0">
                <a:latin typeface="맑은 고딕" pitchFamily="50" charset="-127"/>
                <a:ea typeface="맑은 고딕" pitchFamily="50" charset="-127"/>
              </a:rPr>
              <a:t>[ 기안보고_보전_PELLETIZER ROTARY KNIFE 연마수리_보고일 : 6월 11일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494" y="764704"/>
            <a:ext cx="5508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en-US" altLang="ko-KR" sz="1300" b="1" dirty="0" smtClean="0">
                <a:latin typeface="맑은 고딕" pitchFamily="50" charset="-127"/>
                <a:ea typeface="맑은 고딕" pitchFamily="50" charset="-127"/>
              </a:rPr>
              <a:t>ROTARY KNIFE </a:t>
            </a:r>
            <a:r>
              <a:rPr lang="ko-KR" altLang="en-US" sz="1300" b="1" dirty="0" err="1" smtClean="0">
                <a:latin typeface="맑은 고딕" pitchFamily="50" charset="-127"/>
                <a:ea typeface="맑은 고딕" pitchFamily="50" charset="-127"/>
              </a:rPr>
              <a:t>예방보존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 일정표</a:t>
            </a:r>
            <a:endParaRPr lang="ko-KR" altLang="en-US" sz="13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" name="그림 6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3:$L$25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1324" y="1083879"/>
            <a:ext cx="9022362" cy="5055583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solidFill>
              <a:srgbClr xmlns:mc="http://schemas.openxmlformats.org/markup-compatibility/2006" xmlns:a14="http://schemas.microsoft.com/office/drawing/2010/main" val="000000" mc:Ignorable="a14" a14:legacySpreadsheetColorIndex="64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355170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188640"/>
            <a:ext cx="72008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sz="1600" b="1" dirty="0">
                <a:latin typeface="맑은 고딕" pitchFamily="50" charset="-127"/>
                <a:ea typeface="맑은 고딕" pitchFamily="50" charset="-127"/>
              </a:rPr>
              <a:t>[ 기안보고_보전_PELLETIZER ROTARY KNIFE 연마수리_보고일 : 6월 11일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5494" y="764704"/>
            <a:ext cx="5508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en-US" altLang="ko-KR" sz="1300" b="1" dirty="0" smtClean="0">
                <a:latin typeface="맑은 고딕" pitchFamily="50" charset="-127"/>
                <a:ea typeface="맑은 고딕" pitchFamily="50" charset="-127"/>
              </a:rPr>
              <a:t>ROTARY KNIFE 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재고 현황</a:t>
            </a:r>
            <a:endParaRPr lang="ko-KR" altLang="en-US" sz="1300" b="1" dirty="0"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0" name="그림 9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7:$H$11"/>
              </a:ext>
            </a:extLst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51400" y="2688568"/>
            <a:ext cx="8641080" cy="1440180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noFill/>
            <a:miter lim="800000"/>
            <a:headEnd/>
            <a:tailEnd/>
          </a:ln>
        </p:spPr>
      </p:pic>
      <p:pic>
        <p:nvPicPr>
          <p:cNvPr id="15" name="그림 14"/>
          <p:cNvPicPr>
            <a:picLocks noChangeAspect="1" noChangeArrowheads="1"/>
            <a:extLst>
              <a:ext uri="{84589F7E-364E-4C9E-8A38-B11213B215E9}">
                <a14:cameraTool xmlns:a14="http://schemas.microsoft.com/office/drawing/2010/main" cellRange="$A$1:$H$5"/>
              </a:ext>
            </a:extLst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33575" y="1064955"/>
            <a:ext cx="8641080" cy="1478280"/>
          </a:xfrm>
          <a:prstGeom prst="rect">
            <a:avLst/>
          </a:prstGeom>
          <a:solidFill>
            <a:srgbClr xmlns:mc="http://schemas.openxmlformats.org/markup-compatibility/2006" xmlns:a14="http://schemas.microsoft.com/office/drawing/2010/main" val="FFFFFF" mc:Ignorable="a14" a14:legacySpreadsheetColorIndex="9"/>
          </a:solidFill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135212" y="4360748"/>
            <a:ext cx="55080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en-US" altLang="ko-KR" sz="1300" b="1" dirty="0" smtClean="0">
                <a:latin typeface="맑은 고딕" pitchFamily="50" charset="-127"/>
                <a:ea typeface="맑은 고딕" pitchFamily="50" charset="-127"/>
              </a:rPr>
              <a:t>ROTARY KNIFE 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관리기준</a:t>
            </a:r>
            <a:r>
              <a:rPr lang="en-US" altLang="ko-KR" sz="1300" b="1" dirty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제공 </a:t>
            </a:r>
            <a:r>
              <a:rPr lang="en-US" altLang="ko-KR" sz="1300" b="1" dirty="0" smtClean="0"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보전 박태식 부장</a:t>
            </a:r>
            <a:r>
              <a:rPr lang="en-US" altLang="ko-KR" sz="1300" b="1" dirty="0" smtClean="0">
                <a:latin typeface="맑은 고딕" pitchFamily="50" charset="-127"/>
                <a:ea typeface="맑은 고딕" pitchFamily="50" charset="-127"/>
              </a:rPr>
              <a:t>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251400" y="4686320"/>
            <a:ext cx="82810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펠렛타이져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로타리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나이프는 </a:t>
            </a:r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시간기준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으로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예방보전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진행하고 있으나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,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제품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제립과정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상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미컷팅</a:t>
            </a:r>
            <a:r>
              <a:rPr lang="en-US" altLang="ko-KR" sz="1200" dirty="0"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발생에 따라 점검을 진행하고 있음</a:t>
            </a: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예방보전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시간에 못 미치더라도 점검결과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Cutter </a:t>
            </a:r>
            <a:r>
              <a:rPr lang="ko-KR" altLang="en-US" sz="1200" b="1" dirty="0" err="1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마모기준</a:t>
            </a:r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0.06mm </a:t>
            </a:r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도달 시</a:t>
            </a:r>
            <a:r>
              <a:rPr lang="ko-KR" altLang="en-US" sz="1200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교체함</a:t>
            </a: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로타리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나이프와 베드 나이프 간극은 </a:t>
            </a:r>
            <a:r>
              <a:rPr lang="en-US" altLang="ko-KR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P.P </a:t>
            </a:r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기준 </a:t>
            </a:r>
            <a:r>
              <a:rPr lang="en-US" altLang="ko-KR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0.07 ~ 0.15 </a:t>
            </a:r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내외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로 조정함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(G/F 0.12 ~ 0.19)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로타리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나이프 </a:t>
            </a: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사용한계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신품 </a:t>
            </a:r>
            <a:r>
              <a:rPr lang="en-US" altLang="ko-KR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200mm </a:t>
            </a:r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연마 </a:t>
            </a:r>
            <a:r>
              <a:rPr lang="ko-KR" altLang="en-US" sz="1200" b="1" dirty="0" err="1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사용한계는</a:t>
            </a:r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en-US" altLang="ko-KR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196mm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축소 시 폐기함</a:t>
            </a: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ko-KR" altLang="en-US" sz="1200" dirty="0" err="1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로타리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 나이프 </a:t>
            </a:r>
            <a:r>
              <a:rPr lang="ko-KR" altLang="en-US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열팽창 </a:t>
            </a:r>
            <a:r>
              <a:rPr lang="en-US" altLang="ko-KR" sz="1200" b="1" dirty="0" smtClean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0.01</a:t>
            </a:r>
            <a:r>
              <a:rPr lang="ko-KR" altLang="en-US" sz="1200" b="1" dirty="0">
                <a:solidFill>
                  <a:schemeClr val="accent6">
                    <a:lumMod val="50000"/>
                  </a:schemeClr>
                </a:solidFill>
                <a:latin typeface="맑은 고딕" panose="020B0503020000020004" pitchFamily="34" charset="-127"/>
                <a:ea typeface="맑은 고딕" panose="020B0503020000020004" pitchFamily="34" charset="-127"/>
              </a:rPr>
              <a:t> </a:t>
            </a:r>
            <a:r>
              <a:rPr lang="ko-KR" altLang="en-US" sz="1200" dirty="0" smtClean="0">
                <a:latin typeface="맑은 고딕" panose="020B0503020000020004" pitchFamily="34" charset="-127"/>
                <a:ea typeface="맑은 고딕" panose="020B0503020000020004" pitchFamily="34" charset="-127"/>
              </a:rPr>
              <a:t>고려하여 조정함</a:t>
            </a:r>
            <a:endParaRPr lang="en-US" altLang="ko-KR" sz="1200" dirty="0" smtClean="0">
              <a:latin typeface="맑은 고딕" panose="020B0503020000020004" pitchFamily="34" charset="-127"/>
              <a:ea typeface="맑은 고딕" panose="020B0503020000020004" pitchFamily="34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1451" y="5944924"/>
            <a:ext cx="874320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b="1" dirty="0">
                <a:latin typeface="맑은 고딕" pitchFamily="50" charset="-127"/>
                <a:ea typeface="맑은 고딕" pitchFamily="50" charset="-127"/>
              </a:rPr>
              <a:t>■ </a:t>
            </a:r>
            <a:r>
              <a:rPr lang="ko-KR" altLang="en-US" sz="1300" b="1" dirty="0" err="1" smtClean="0">
                <a:latin typeface="맑은 고딕" pitchFamily="50" charset="-127"/>
                <a:ea typeface="맑은 고딕" pitchFamily="50" charset="-127"/>
              </a:rPr>
              <a:t>로타리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 나이프는 공용 호기가 많은 경우 </a:t>
            </a:r>
            <a:r>
              <a:rPr lang="en-US" altLang="ko-KR" sz="1300" b="1" dirty="0" smtClean="0">
                <a:latin typeface="맑은 고딕" pitchFamily="50" charset="-127"/>
                <a:ea typeface="맑은 고딕" pitchFamily="50" charset="-127"/>
              </a:rPr>
              <a:t>2ea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ko-KR" altLang="en-US" sz="1300" b="1" dirty="0" err="1" smtClean="0">
                <a:latin typeface="맑은 고딕" pitchFamily="50" charset="-127"/>
                <a:ea typeface="맑은 고딕" pitchFamily="50" charset="-127"/>
              </a:rPr>
              <a:t>예비품을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 구비하고 마모</a:t>
            </a:r>
            <a:r>
              <a:rPr lang="en-US" altLang="ko-KR" sz="1300" b="1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파손 시 즉각 교체가 필요함</a:t>
            </a:r>
            <a:endParaRPr lang="en-US" altLang="ko-KR" sz="1300" b="1" dirty="0" smtClean="0">
              <a:latin typeface="맑은 고딕" pitchFamily="50" charset="-127"/>
              <a:ea typeface="맑은 고딕" pitchFamily="50" charset="-127"/>
            </a:endParaRPr>
          </a:p>
          <a:p>
            <a:r>
              <a:rPr lang="en-US" altLang="ko-KR" sz="1300" b="1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300" b="1" dirty="0" smtClean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lang="ko-KR" altLang="en-US" sz="1300" b="1" dirty="0" err="1" smtClean="0">
                <a:latin typeface="맑은 고딕" pitchFamily="50" charset="-127"/>
                <a:ea typeface="맑은 고딕" pitchFamily="50" charset="-127"/>
              </a:rPr>
              <a:t>그밖의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 경우 </a:t>
            </a:r>
            <a:r>
              <a:rPr lang="ko-KR" altLang="en-US" sz="1300" b="1" dirty="0" err="1" smtClean="0">
                <a:latin typeface="맑은 고딕" pitchFamily="50" charset="-127"/>
                <a:ea typeface="맑은 고딕" pitchFamily="50" charset="-127"/>
              </a:rPr>
              <a:t>규격별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z="1300" b="1" dirty="0" smtClean="0">
                <a:latin typeface="맑은 고딕" pitchFamily="50" charset="-127"/>
                <a:ea typeface="맑은 고딕" pitchFamily="50" charset="-127"/>
              </a:rPr>
              <a:t>1ea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ko-KR" altLang="en-US" sz="1300" b="1" dirty="0" err="1" smtClean="0">
                <a:latin typeface="맑은 고딕" pitchFamily="50" charset="-127"/>
                <a:ea typeface="맑은 고딕" pitchFamily="50" charset="-127"/>
              </a:rPr>
              <a:t>예비품을</a:t>
            </a:r>
            <a:r>
              <a:rPr lang="ko-KR" altLang="en-US" sz="1300" b="1" dirty="0" smtClean="0">
                <a:latin typeface="맑은 고딕" pitchFamily="50" charset="-127"/>
                <a:ea typeface="맑은 고딕" pitchFamily="50" charset="-127"/>
              </a:rPr>
              <a:t> 구비하고 있음</a:t>
            </a:r>
            <a:endParaRPr lang="en-US" altLang="ko-KR" sz="1300" b="1" dirty="0" smtClean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44429629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36552</TotalTime>
  <Words>357</Words>
  <Application>Microsoft Office PowerPoint</Application>
  <PresentationFormat>화면 슬라이드 쇼(4:3)</PresentationFormat>
  <Paragraphs>51</Paragraphs>
  <Slides>3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3</vt:i4>
      </vt:variant>
      <vt:variant>
        <vt:lpstr>재구성한 쇼</vt:lpstr>
      </vt:variant>
      <vt:variant>
        <vt:i4>1</vt:i4>
      </vt:variant>
    </vt:vector>
  </HeadingPairs>
  <TitlesOfParts>
    <vt:vector size="17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1708</cp:revision>
  <cp:lastPrinted>2026-03-03T23:42:12Z</cp:lastPrinted>
  <dcterms:created xsi:type="dcterms:W3CDTF">2006-12-21T02:27:07Z</dcterms:created>
  <dcterms:modified xsi:type="dcterms:W3CDTF">2026-06-12T09:36:09Z</dcterms:modified>
</cp:coreProperties>
</file>