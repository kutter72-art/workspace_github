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29" autoAdjust="0"/>
  </p:normalViewPr>
  <p:slideViewPr>
    <p:cSldViewPr>
      <p:cViewPr varScale="1">
        <p:scale>
          <a:sx n="88" d="100"/>
          <a:sy n="88" d="100"/>
        </p:scale>
        <p:origin x="133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028917"/>
              </p:ext>
            </p:extLst>
          </p:nvPr>
        </p:nvGraphicFramePr>
        <p:xfrm>
          <a:off x="9423" y="620000"/>
          <a:ext cx="9108508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449587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15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12호기 SIDE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LIW SEALING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(고무호퍼)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구매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개요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품목 : Screw Trough FW80 Plus (고무호퍼)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설비 : 12호기 SIDE 정량공급장치(LIW)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교체일자 : 2026.05.21 (교체완료 / SPARE 확보용 재구매)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공급업체 : 한솔F&amp;S (Hansol Feeding </a:t>
                      </a:r>
                      <a:r>
                        <a:rPr lang="ko-KR" altLang="en-US" sz="110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Solution</a:t>
                      </a:r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구매내역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- 구매금액 : 합계 2,102,488원(VAT 별도) → NEGO 적용 2,000,000원</a:t>
                      </a:r>
                      <a:endParaRPr lang="en-US" altLang="ko-KR" sz="1100" b="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en-US" altLang="ko-KR" sz="11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■ 첨부1. 구매내역(견적서)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첨부2. 현장사진(교체 전·후)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  <a:p>
                      <a:pPr algn="l" latinLnBrk="1"/>
                      <a:r>
                        <a:rPr lang="ko-KR" altLang="en-US" sz="11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첨부3. 정량공급장치(LIW) 보유현황(참고)</a:t>
                      </a:r>
                      <a:endParaRPr lang="ko-KR" sz="110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2,000,000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endParaRPr lang="ko-KR" sz="110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VAT </a:t>
                      </a:r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별도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79512" y="260648"/>
            <a:ext cx="8064896" cy="264688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[ </a:t>
            </a:r>
            <a:r>
              <a:rPr sz="1600" b="1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보전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lang="ko-KR" altLang="en-US"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전기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_LIW </a:t>
            </a:r>
            <a:r>
              <a:rPr sz="16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SEALING(고무호퍼) SPARE 확보_보고일 : 6월 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lang="en-US"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일 </a:t>
            </a:r>
            <a:r>
              <a:rPr sz="16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3" y="3403978"/>
            <a:ext cx="4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■ 첨부1. 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구매내역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견적서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792313"/>
              </p:ext>
            </p:extLst>
          </p:nvPr>
        </p:nvGraphicFramePr>
        <p:xfrm>
          <a:off x="9423" y="3653978"/>
          <a:ext cx="9108508" cy="151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85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품명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규격 &amp; 품번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수량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단위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단가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금액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비고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TROUGH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SCREW TROUGH FW80 PLUS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(고무호퍼)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EA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1,828,250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1,828,250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12호기 SIDE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항공운임,통관료,기타(15%)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식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274,238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274,238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 marL="20000" marR="20000" marT="8000" marB="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합  계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2,102,488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 별도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NEGO 적용가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2,000,000</a:t>
                      </a: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한솔F&amp;S</a:t>
                      </a:r>
                      <a:endParaRPr sz="1100" b="1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20000" marR="20000" marT="8000" marB="80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9512" y="260648"/>
            <a:ext cx="7442897" cy="264688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18288" bIns="9144">
            <a:spAutoFit/>
          </a:bodyPr>
          <a:lstStyle/>
          <a:p>
            <a:r>
              <a:rPr sz="16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[ </a:t>
            </a:r>
            <a:r>
              <a:rPr sz="1600" b="1" dirty="0" err="1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보전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lang="ko-KR" altLang="en-US"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전기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_LIW </a:t>
            </a:r>
            <a:r>
              <a:rPr sz="1600" b="1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SEALING(고무호퍼) SPARE 확보_보고일 : 6월 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</a:t>
            </a:r>
            <a:r>
              <a:rPr lang="en-US"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2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일 </a:t>
            </a:r>
            <a:r>
              <a:rPr sz="1600" b="1" dirty="0" smtClean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]</a:t>
            </a:r>
            <a:endParaRPr sz="1600" b="1" dirty="0">
              <a:solidFill>
                <a:srgbClr val="000000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1199" y="664488"/>
            <a:ext cx="4090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■ 첨부2. 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현장사진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교체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전·후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82" y="950000"/>
            <a:ext cx="2810666" cy="2108000"/>
          </a:xfrm>
          <a:prstGeom prst="rect">
            <a:avLst/>
          </a:prstGeom>
        </p:spPr>
      </p:pic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148" y="950000"/>
            <a:ext cx="2810666" cy="2108000"/>
          </a:xfrm>
          <a:prstGeom prst="rect">
            <a:avLst/>
          </a:prstGeom>
        </p:spPr>
      </p:pic>
      <p:pic>
        <p:nvPicPr>
          <p:cNvPr id="23" name="Picture 2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814" y="950000"/>
            <a:ext cx="2810666" cy="2108000"/>
          </a:xfrm>
          <a:prstGeom prst="rect">
            <a:avLst/>
          </a:prstGeom>
        </p:spPr>
      </p:pic>
      <p:sp>
        <p:nvSpPr>
          <p:cNvPr id="2" name="TextBox 19"/>
          <p:cNvSpPr txBox="1"/>
          <p:nvPr/>
        </p:nvSpPr>
        <p:spPr>
          <a:xfrm>
            <a:off x="160634" y="3158000"/>
            <a:ext cx="45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■ 첨부3. 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정량공급장치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(LIW) 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보유현황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 (</a:t>
            </a:r>
            <a:r>
              <a:rPr sz="1200" b="1" dirty="0" err="1">
                <a:solidFill>
                  <a:srgbClr val="000000"/>
                </a:solidFill>
                <a:latin typeface="맑은 고딕"/>
                <a:ea typeface="맑은 고딕"/>
              </a:rPr>
              <a:t>참고</a:t>
            </a:r>
            <a:r>
              <a:rPr sz="1200" b="1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</p:txBody>
      </p:sp>
      <p:pic>
        <p:nvPicPr>
          <p:cNvPr id="24" name="Picture 23" descr="liw_status_full.em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0" y="3448000"/>
            <a:ext cx="7200000" cy="318055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36413</TotalTime>
  <Words>243</Words>
  <Application>Microsoft Office PowerPoint</Application>
  <PresentationFormat>화면 슬라이드 쇼(4:3)</PresentationFormat>
  <Paragraphs>63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1709</cp:revision>
  <cp:lastPrinted>2026-03-03T23:42:12Z</cp:lastPrinted>
  <dcterms:created xsi:type="dcterms:W3CDTF">2006-12-21T02:27:07Z</dcterms:created>
  <dcterms:modified xsi:type="dcterms:W3CDTF">2026-06-12T08:22:50Z</dcterms:modified>
</cp:coreProperties>
</file>