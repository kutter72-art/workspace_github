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8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29" autoAdjust="0"/>
  </p:normalViewPr>
  <p:slideViewPr>
    <p:cSldViewPr>
      <p:cViewPr varScale="1">
        <p:scale>
          <a:sx n="88" d="100"/>
          <a:sy n="88" d="100"/>
        </p:scale>
        <p:origin x="133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8221" y="188057"/>
            <a:ext cx="6826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b="1" dirty="0">
                <a:solidFill>
                  <a:schemeClr val="tx1"/>
                </a:solidFill>
                <a:latin typeface="맑은 고딕" pitchFamily="34" charset="-127"/>
                <a:ea typeface="맑은 고딕" pitchFamily="34" charset="-127"/>
              </a:rPr>
              <a:t>[ 제목 : 설비보수용 소모성 자재 구매_ 보고일 : </a:t>
            </a:r>
            <a:r>
              <a:rPr lang="en-US" altLang="ko-KR" b="1" dirty="0" smtClean="0">
                <a:solidFill>
                  <a:schemeClr val="tx1"/>
                </a:solidFill>
                <a:latin typeface="맑은 고딕" pitchFamily="34" charset="-127"/>
                <a:ea typeface="맑은 고딕" pitchFamily="34" charset="-127"/>
              </a:rPr>
              <a:t>6</a:t>
            </a:r>
            <a:r>
              <a:rPr lang="ko-KR" altLang="en-US" b="1" dirty="0" smtClean="0">
                <a:solidFill>
                  <a:schemeClr val="tx1"/>
                </a:solidFill>
                <a:latin typeface="맑은 고딕" pitchFamily="34" charset="-127"/>
                <a:ea typeface="맑은 고딕" pitchFamily="34" charset="-127"/>
              </a:rPr>
              <a:t>월 </a:t>
            </a:r>
            <a:r>
              <a:rPr lang="en-US" altLang="ko-KR" b="1" dirty="0" smtClean="0">
                <a:solidFill>
                  <a:schemeClr val="tx1"/>
                </a:solidFill>
                <a:latin typeface="맑은 고딕" pitchFamily="34" charset="-127"/>
                <a:ea typeface="맑은 고딕" pitchFamily="34" charset="-127"/>
              </a:rPr>
              <a:t>9</a:t>
            </a:r>
            <a:r>
              <a:rPr lang="ko-KR" altLang="en-US" b="1" dirty="0" smtClean="0">
                <a:solidFill>
                  <a:schemeClr val="tx1"/>
                </a:solidFill>
                <a:latin typeface="맑은 고딕" pitchFamily="34" charset="-127"/>
                <a:ea typeface="맑은 고딕" pitchFamily="34" charset="-127"/>
              </a:rPr>
              <a:t>일 </a:t>
            </a:r>
            <a:r>
              <a:rPr lang="ko-KR" altLang="en-US" b="1" dirty="0">
                <a:solidFill>
                  <a:schemeClr val="tx1"/>
                </a:solidFill>
                <a:latin typeface="맑은 고딕" pitchFamily="34" charset="-127"/>
                <a:ea typeface="맑은 고딕" pitchFamily="34" charset="-127"/>
              </a:rPr>
              <a:t>]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219380"/>
              </p:ext>
            </p:extLst>
          </p:nvPr>
        </p:nvGraphicFramePr>
        <p:xfrm>
          <a:off x="9423" y="661007"/>
          <a:ext cx="9108508" cy="25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737619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비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5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월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설비보수용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소모성 자재 구매</a:t>
                      </a:r>
                    </a:p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(화성종합상사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■ 개요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설비보수용 소모성 자재 10종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구매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베어링 4종, 벨트 2종, 동파이프, 볼트류, 오일씰 구매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견적 1,058,000원 -&gt; 네고 1,030,000원 (VAT별도)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■ 사유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베어링류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–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연구소 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호기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펠라타이저용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,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전기모터용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,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브로워용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벨트(C-82, C-66) - 6호기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제품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/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원료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브로우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교체용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동파이프 12.7x15 - 압출기 배럴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냉각용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열처리렌지볼트(12x100, 8x30) - 설비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체결용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실리콘 오일씰 60x75 - 생산 현장 재고 부족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■ 첨부1. 구매 내역(화성종합상사  1,058,000원)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1,030,000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원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VAT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별도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-27086" y="3322156"/>
            <a:ext cx="5103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b="1" dirty="0">
                <a:latin typeface="맑은 고딕" pitchFamily="34" charset="-127"/>
                <a:ea typeface="맑은 고딕" pitchFamily="34" charset="-127"/>
              </a:rPr>
              <a:t>□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itchFamily="34" charset="-127"/>
                <a:ea typeface="맑은 고딕" pitchFamily="34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34" charset="-127"/>
                <a:ea typeface="맑은 고딕" pitchFamily="34" charset="-127"/>
              </a:rPr>
              <a:t>첨부1. 구매 견적 내역 (화성종합상사, 견적가 1,058,000원)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730347"/>
              </p:ext>
            </p:extLst>
          </p:nvPr>
        </p:nvGraphicFramePr>
        <p:xfrm>
          <a:off x="46475" y="3627606"/>
          <a:ext cx="8984000" cy="326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7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46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NO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규격 &amp;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품번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단위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단가(원)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금액(원)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사용처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재고현황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베어링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6311ZZ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5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EA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22,000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110,000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연구소 4호기 </a:t>
                      </a: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펠렛타이저용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베어링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6211ZZ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5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EA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11,000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55,000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전기 일반 모터 베어링용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3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베어링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6313ZZ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5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EA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35,000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175,000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브로우용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4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베어링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6019ZZ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4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EA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100,000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400,000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연구소 4호기 펠라타이저용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5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벨트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C-82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4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EA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15,000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60,000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6호기 제품 </a:t>
                      </a: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브로우용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6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벨트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C-66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5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EA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11,500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57,500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6호기 원료 </a:t>
                      </a: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보로우용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7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동파이프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12.7x15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EA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135,000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135,000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압출기 배럴 냉각용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없음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6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8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열처리 렌지 볼트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12x100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20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EA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550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11,000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설비 체결용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6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9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열처리 렌지 볼트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8x30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30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EA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150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4,500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설비 체결용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8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6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실리콘 오일씰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60x75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EA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5,000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50,000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생산 현장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6153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합 계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sz="1050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sz="1050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sz="1050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sz="1050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sz="1050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1,058,000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공급가 기준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sz="105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6164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NEGO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sz="1050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sz="1050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sz="1050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sz="1050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1,030,000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VAT별도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sz="105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00" y="226750"/>
            <a:ext cx="7300312" cy="320000"/>
          </a:xfrm>
          <a:prstGeom prst="rect">
            <a:avLst/>
          </a:prstGeom>
          <a:noFill/>
        </p:spPr>
        <p:txBody>
          <a:bodyPr/>
          <a:lstStyle/>
          <a:p>
            <a:pPr latinLnBrk="1"/>
            <a:r>
              <a:rPr lang="ko-KR" altLang="en-US" sz="1600" b="1" dirty="0">
                <a:solidFill>
                  <a:schemeClr val="tx1"/>
                </a:solidFill>
                <a:latin typeface="맑은 고딕" pitchFamily="34" charset="-127"/>
                <a:ea typeface="맑은 고딕" pitchFamily="34" charset="-127"/>
              </a:rPr>
              <a:t>[ 화성종합상사 설비보수용 소모성 자재 구매 - 월별 증감현황 (3월~5월) 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84731"/>
              </p:ext>
            </p:extLst>
          </p:nvPr>
        </p:nvGraphicFramePr>
        <p:xfrm>
          <a:off x="80000" y="736631"/>
          <a:ext cx="8984000" cy="11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구매월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견적금액(원)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최종금액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(</a:t>
                      </a:r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VAT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별도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전월대비 증감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(원)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분석 및 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3월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1,023,900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980,000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기준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재개 (증감분석 기준)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4월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971,500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950,000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-30,000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-3.1% 감소 (불필요 품목 제거)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5월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1,058,000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1,030,000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+80,000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+8.4% 증가 (베어링·오일씰 재고 보충)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5795" y="2076512"/>
            <a:ext cx="898400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sz="12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품목별</a:t>
            </a:r>
            <a:r>
              <a:rPr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특이사항</a:t>
            </a:r>
            <a:r>
              <a:rPr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분석</a:t>
            </a:r>
            <a:r>
              <a:rPr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sz="12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화성종합상사</a:t>
            </a:r>
            <a:r>
              <a:rPr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소모성</a:t>
            </a:r>
            <a:r>
              <a:rPr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자재</a:t>
            </a:r>
            <a:r>
              <a:rPr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, 5월 </a:t>
            </a:r>
            <a:r>
              <a:rPr sz="12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구매</a:t>
            </a:r>
            <a:r>
              <a:rPr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기준</a:t>
            </a:r>
            <a:r>
              <a:rPr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sz="12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VAT별도</a:t>
            </a:r>
            <a:r>
              <a:rPr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</a:p>
          <a:p>
            <a:endParaRPr sz="1100" b="1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en-US" sz="1100" b="1" dirty="0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- </a:t>
            </a:r>
            <a:r>
              <a:rPr sz="1100" b="1" dirty="0" err="1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고단가</a:t>
            </a:r>
            <a:r>
              <a:rPr sz="1100" b="1" dirty="0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품목</a:t>
            </a:r>
            <a:endParaRPr sz="1100" b="1" dirty="0">
              <a:solidFill>
                <a:srgbClr val="40404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</a:t>
            </a:r>
            <a:r>
              <a:rPr 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베어링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6019ZZ: 100,000원×4EA = 400,000원 (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전체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견적의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37.8%) →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연구소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4호기 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펠</a:t>
            </a:r>
            <a:r>
              <a:rPr lang="ko-KR" altLang="en-US"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렛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타이저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부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품</a:t>
            </a:r>
            <a:endParaRPr sz="1100" b="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  </a:t>
            </a:r>
            <a:r>
              <a:rPr lang="ko-KR" alt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현재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1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개</a:t>
            </a:r>
            <a:r>
              <a:rPr 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재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고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모니터링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및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적정재고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(2EA)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유지</a:t>
            </a:r>
            <a:endParaRPr sz="1100" b="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endParaRPr sz="1100" b="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en-US" sz="1100" b="1" dirty="0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- </a:t>
            </a:r>
            <a:r>
              <a:rPr sz="1100" b="1" dirty="0" err="1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1" dirty="0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긴급</a:t>
            </a:r>
            <a:r>
              <a:rPr sz="1100" b="1" dirty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품목</a:t>
            </a:r>
            <a:endParaRPr sz="1100" b="1" dirty="0">
              <a:solidFill>
                <a:srgbClr val="40404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</a:t>
            </a:r>
            <a:r>
              <a:rPr 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베어링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6313ZZ: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없음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→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브로우용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필수품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금번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미구매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시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설비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운전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지장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발생</a:t>
            </a:r>
            <a:endParaRPr sz="1100" b="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</a:t>
            </a:r>
            <a:r>
              <a:rPr 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동파이프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12.7×15: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없음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→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압출기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배럴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냉각용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필수품</a:t>
            </a:r>
            <a:endParaRPr sz="1100" b="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endParaRPr sz="1100" b="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en-US" sz="1100" b="1" dirty="0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- </a:t>
            </a:r>
            <a:r>
              <a:rPr sz="1100" b="1" dirty="0" err="1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소진</a:t>
            </a:r>
            <a:r>
              <a:rPr sz="1100" b="1" dirty="0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임박</a:t>
            </a:r>
            <a:r>
              <a:rPr sz="1100" b="1" dirty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품목</a:t>
            </a:r>
            <a:endParaRPr sz="1100" b="1" dirty="0">
              <a:solidFill>
                <a:srgbClr val="40404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</a:t>
            </a:r>
            <a:r>
              <a:rPr 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베어링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6311ZZ: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1개(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연구소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4호기 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펠</a:t>
            </a:r>
            <a:r>
              <a:rPr lang="ko-KR" altLang="en-US"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렛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타이저용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 →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금번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5EA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구매로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여유재고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확보됨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</a:t>
            </a:r>
            <a:r>
              <a:rPr 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베어링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6211ZZ: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2개(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전기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일반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모터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베어링용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 →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교체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후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여유분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약 1개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유지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예상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</a:t>
            </a:r>
            <a:r>
              <a:rPr 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벨트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C-66: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1개(6호기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원료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브로우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용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 →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교체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후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소진</a:t>
            </a:r>
            <a:endParaRPr sz="1100" b="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</a:t>
            </a:r>
            <a:r>
              <a:rPr 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실리콘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오일씰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60×75: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2개(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생산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현장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 →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교체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후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여유분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부족</a:t>
            </a:r>
            <a:endParaRPr sz="1100" b="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endParaRPr sz="1100" b="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en-US" sz="1100" b="1" dirty="0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- </a:t>
            </a:r>
            <a:r>
              <a:rPr sz="1100" b="1" dirty="0" err="1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정기</a:t>
            </a:r>
            <a:r>
              <a:rPr sz="1100" b="1" dirty="0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유지</a:t>
            </a:r>
            <a:r>
              <a:rPr sz="1100" b="1" dirty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품목</a:t>
            </a:r>
            <a:endParaRPr sz="1100" b="1" dirty="0">
              <a:solidFill>
                <a:srgbClr val="40404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</a:t>
            </a:r>
            <a:r>
              <a:rPr 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벨트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C-82: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2개(6호기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제품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브로우용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 →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금번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4EA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구매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교체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후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여유재고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확보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양호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</a:t>
            </a:r>
            <a:r>
              <a:rPr 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열처리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렌지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볼트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12×100: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10개 →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정기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보충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차원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구매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(20EA).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소모품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단가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낮아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과잉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없음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</a:t>
            </a:r>
            <a:r>
              <a:rPr 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열처리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렌지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볼트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8×30: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8개 →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정기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보충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구매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(30EA).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설비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체결용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소모품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 </a:t>
            </a:r>
          </a:p>
          <a:p>
            <a:endParaRPr sz="1100" b="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en-US" sz="1100" b="1" dirty="0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- </a:t>
            </a:r>
            <a:r>
              <a:rPr sz="1100" b="1" dirty="0" err="1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월별</a:t>
            </a:r>
            <a:r>
              <a:rPr sz="1100" b="1" dirty="0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증감</a:t>
            </a:r>
            <a:r>
              <a:rPr sz="1100" b="1" dirty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 smtClean="0">
                <a:solidFill>
                  <a:srgbClr val="40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결론</a:t>
            </a:r>
            <a:endParaRPr sz="1100" b="1" dirty="0">
              <a:solidFill>
                <a:srgbClr val="40404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· 3→4월: -30,000원(-3.1%)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감소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—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불필요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품목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정리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및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구매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합리화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효과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· 4→5월: +80,000원(+8.4%)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증가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—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베어링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6019ZZ·6313ZZ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긴급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재고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소진에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따른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증가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 </a:t>
            </a:r>
            <a:r>
              <a:rPr 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회성 증가</a:t>
            </a:r>
            <a:endParaRPr sz="1100" b="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· 3~5월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평균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최종금액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986,667원 / 5월 1,030,000원 →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평균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대비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+4.4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%</a:t>
            </a:r>
            <a:r>
              <a:rPr 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증가함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  <a:endParaRPr sz="1100" b="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36370</TotalTime>
  <Words>713</Words>
  <Application>Microsoft Office PowerPoint</Application>
  <PresentationFormat>화면 슬라이드 쇼(4:3)</PresentationFormat>
  <Paragraphs>179</Paragraphs>
  <Slides>2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1705</cp:revision>
  <cp:lastPrinted>2026-03-03T23:42:12Z</cp:lastPrinted>
  <dcterms:created xsi:type="dcterms:W3CDTF">2006-12-21T02:27:07Z</dcterms:created>
  <dcterms:modified xsi:type="dcterms:W3CDTF">2026-06-09T07:16:17Z</dcterms:modified>
</cp:coreProperties>
</file>