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251770"/>
            <a:ext cx="800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[ </a:t>
            </a:r>
            <a:r>
              <a:rPr lang="ko-KR" altLang="en-US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보전(기계/설비)</a:t>
            </a:r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lang="ko-KR" altLang="en-US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수선</a:t>
            </a:r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_13</a:t>
            </a:r>
            <a:r>
              <a:rPr lang="ko-KR" altLang="en-US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호기 </a:t>
            </a:r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MAIN MOTOR </a:t>
            </a:r>
            <a:r>
              <a:rPr lang="ko-KR" altLang="en-US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수리</a:t>
            </a:r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lang="ko-KR" altLang="en-US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보고일 : </a:t>
            </a:r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6</a:t>
            </a:r>
            <a:r>
              <a:rPr lang="ko-KR" altLang="en-US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월 </a:t>
            </a:r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</a:t>
            </a:r>
            <a:r>
              <a:rPr lang="ko-KR" altLang="en-US" sz="16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일 ]</a:t>
            </a:r>
            <a:endParaRPr lang="ko-KR" sz="16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506676"/>
              </p:ext>
            </p:extLst>
          </p:nvPr>
        </p:nvGraphicFramePr>
        <p:xfrm>
          <a:off x="9423" y="661007"/>
          <a:ext cx="91085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521595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477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13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MAIN A/C MOTOR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(400KW 4P 381V)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베어링 교체 수리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- 3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최초 모터 베어링 소음으로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일일점검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시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구리스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주입하여 점검하였으나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4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유니플러스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방문 예비 모터로 교체함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외부수리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반출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된 모터 업체 확인결과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13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호기 400KW A/C MOTOR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PWM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인버터 구동 시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축전류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(Shaft Current)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발생으로 베어링 전식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(Fluting)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손상됨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증상 : 베어링 내/외륜 파형 홈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(Fluting)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진동·소음 발생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- 조치 : ① 절연 베어링(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BRG 6322/6316 C3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)으로 교체,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②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축전브러쉬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(SGR)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설치로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차 방지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견적서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(수신중전기, 견적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3,200,000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 → NEGO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3,000,000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원)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2.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사진대지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3,000,000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dirty="0" smtClean="0">
                          <a:latin typeface="맑은 고딕"/>
                          <a:ea typeface="맑은 고딕"/>
                        </a:rPr>
                        <a:t>VAT</a:t>
                      </a:r>
                      <a:r>
                        <a:rPr lang="en-US" altLang="ko-KR" sz="1100" b="0" baseline="0" dirty="0" smtClean="0"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 b="0" baseline="0" dirty="0" smtClean="0">
                          <a:latin typeface="맑은 고딕"/>
                          <a:ea typeface="맑은 고딕"/>
                        </a:rPr>
                        <a:t>별도</a:t>
                      </a:r>
                      <a:endParaRPr lang="ko-KR" altLang="en-US" sz="1100" b="0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-7355" y="3989463"/>
            <a:ext cx="5411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lang="en-US" altLang="ko-KR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수리 견적 내역 (수신중전기, NEGO </a:t>
            </a:r>
            <a:r>
              <a:rPr lang="en-US" altLang="ko-KR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3,000,000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원, VAT별도)</a:t>
            </a:r>
            <a:endParaRPr lang="ko-KR" altLang="en-US" sz="1200" b="1" dirty="0"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6207" y="3570662"/>
            <a:ext cx="91309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축전류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(Shaft Current)는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모터나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발전기의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회전축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(Shaft) 및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베어링을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통해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흐르는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비정상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순환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전류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이며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</a:t>
            </a:r>
            <a:r>
              <a:rPr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endParaRPr lang="en-US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l"/>
            <a:r>
              <a:rPr lang="en-US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  </a:t>
            </a:r>
            <a:r>
              <a:rPr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주로</a:t>
            </a:r>
            <a:r>
              <a:rPr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PWM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인버터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구동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모터에서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발생하는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고주파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전류나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불평형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자기장에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의해</a:t>
            </a:r>
            <a:r>
              <a:rPr sz="1200" dirty="0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solidFill>
                  <a:srgbClr val="C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발생하며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베어링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전식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(Fluting)의 </a:t>
            </a:r>
            <a:r>
              <a:rPr sz="1200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주원인이</a:t>
            </a:r>
            <a:r>
              <a:rPr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됨</a:t>
            </a:r>
            <a:endParaRPr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23528" y="4258002"/>
            <a:ext cx="6973273" cy="1848108"/>
            <a:chOff x="323528" y="4258002"/>
            <a:chExt cx="6973273" cy="184810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28" y="4258002"/>
              <a:ext cx="6973273" cy="18481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직사각형 2"/>
            <p:cNvSpPr/>
            <p:nvPr/>
          </p:nvSpPr>
          <p:spPr>
            <a:xfrm>
              <a:off x="2267744" y="4648581"/>
              <a:ext cx="1368152" cy="5334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267744" y="5394908"/>
              <a:ext cx="1368152" cy="2966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-8894" y="6136671"/>
            <a:ext cx="84898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결론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현재 전라인 일반 베어링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가격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30~60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만원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)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으로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축전류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발생 시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파손문제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소지가 있으며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향후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①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절연베어링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및 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algn="l"/>
            <a:r>
              <a:rPr lang="en-US" sz="120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sz="120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          </a:t>
            </a:r>
            <a:r>
              <a:rPr lang="en-US" sz="120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② </a:t>
            </a:r>
            <a:r>
              <a:rPr lang="ko-KR" altLang="en-US" sz="120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축전브러쉬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설치로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축전류에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대한 방지를 통해 파손 재발방지가 가능할 것으로 판단됨</a:t>
            </a:r>
            <a:endParaRPr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32267"/>
              </p:ext>
            </p:extLst>
          </p:nvPr>
        </p:nvGraphicFramePr>
        <p:xfrm>
          <a:off x="107504" y="764704"/>
          <a:ext cx="8928992" cy="5592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32792710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697465569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35242896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689817932"/>
                    </a:ext>
                  </a:extLst>
                </a:gridCol>
              </a:tblGrid>
              <a:tr h="37378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부하측 베어링 겉보기 상태</a:t>
                      </a:r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베어링 취와 (Fluting)</a:t>
                      </a:r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베어링 절단 후 축전류 확인</a:t>
                      </a:r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베어링 외륜 전식</a:t>
                      </a:r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50862"/>
                  </a:ext>
                </a:extLst>
              </a:tr>
              <a:tr h="229382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2324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베어링 고정부품</a:t>
                      </a:r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절연 베어링 (최신품)</a:t>
                      </a:r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 전 손상 베어링</a:t>
                      </a:r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b="1" dirty="0"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450519"/>
                  </a:ext>
                </a:extLst>
              </a:tr>
              <a:tr h="255419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86604"/>
                  </a:ext>
                </a:extLst>
              </a:tr>
            </a:tbl>
          </a:graphicData>
        </a:graphic>
      </p:graphicFrame>
      <p:pic>
        <p:nvPicPr>
          <p:cNvPr id="5" name="Picture 4" descr="motor_phot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4" y="1173488"/>
            <a:ext cx="2162248" cy="1728398"/>
          </a:xfrm>
          <a:prstGeom prst="rect">
            <a:avLst/>
          </a:prstGeom>
        </p:spPr>
      </p:pic>
      <p:pic>
        <p:nvPicPr>
          <p:cNvPr id="6" name="Picture 5" descr="motor_phot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752" y="1173488"/>
            <a:ext cx="2162248" cy="1728398"/>
          </a:xfrm>
          <a:prstGeom prst="rect">
            <a:avLst/>
          </a:prstGeom>
        </p:spPr>
      </p:pic>
      <p:pic>
        <p:nvPicPr>
          <p:cNvPr id="7" name="Picture 6" descr="motor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000" y="1173488"/>
            <a:ext cx="2177673" cy="1800000"/>
          </a:xfrm>
          <a:prstGeom prst="rect">
            <a:avLst/>
          </a:prstGeom>
        </p:spPr>
      </p:pic>
      <p:pic>
        <p:nvPicPr>
          <p:cNvPr id="8" name="Picture 7" descr="motor_photo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249" y="1173488"/>
            <a:ext cx="2197248" cy="1800000"/>
          </a:xfrm>
          <a:prstGeom prst="rect">
            <a:avLst/>
          </a:prstGeom>
        </p:spPr>
      </p:pic>
      <p:pic>
        <p:nvPicPr>
          <p:cNvPr id="9" name="Picture 8" descr="bearing_photo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504" y="3838110"/>
            <a:ext cx="2162248" cy="1738418"/>
          </a:xfrm>
          <a:prstGeom prst="rect">
            <a:avLst/>
          </a:prstGeom>
        </p:spPr>
      </p:pic>
      <p:pic>
        <p:nvPicPr>
          <p:cNvPr id="10" name="Picture 9" descr="bearing_photo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4752" y="3838110"/>
            <a:ext cx="2162248" cy="1738418"/>
          </a:xfrm>
          <a:prstGeom prst="rect">
            <a:avLst/>
          </a:prstGeom>
        </p:spPr>
      </p:pic>
      <p:pic>
        <p:nvPicPr>
          <p:cNvPr id="11" name="Picture 10" descr="motor_phot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000" y="3838110"/>
            <a:ext cx="2135840" cy="18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504" y="237264"/>
            <a:ext cx="273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첨부</a:t>
            </a:r>
            <a:r>
              <a:rPr lang="en-US" altLang="ko-KR" sz="14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사진대지</a:t>
            </a:r>
            <a:endParaRPr lang="ko-KR" altLang="en-US" sz="1400" b="1" dirty="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36595</TotalTime>
  <Words>304</Words>
  <Application>Microsoft Office PowerPoint</Application>
  <PresentationFormat>화면 슬라이드 쇼(4:3)</PresentationFormat>
  <Paragraphs>41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1707</cp:revision>
  <cp:lastPrinted>2026-03-03T23:42:12Z</cp:lastPrinted>
  <dcterms:created xsi:type="dcterms:W3CDTF">2006-12-21T02:27:07Z</dcterms:created>
  <dcterms:modified xsi:type="dcterms:W3CDTF">2026-06-03T09:01:30Z</dcterms:modified>
</cp:coreProperties>
</file>