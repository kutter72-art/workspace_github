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3" d="100"/>
          <a:sy n="83" d="100"/>
        </p:scale>
        <p:origin x="15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188640"/>
            <a:ext cx="720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sz="1600" b="1" dirty="0">
                <a:latin typeface="맑은 고딕" pitchFamily="50" charset="-127"/>
                <a:ea typeface="맑은 고딕" pitchFamily="50" charset="-127"/>
              </a:rPr>
              <a:t>[ </a:t>
            </a: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보전</a:t>
            </a:r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수리</a:t>
            </a:r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_#</a:t>
            </a:r>
            <a:r>
              <a:rPr lang="ko-KR" sz="1600" b="1" dirty="0" smtClean="0">
                <a:latin typeface="맑은 고딕" pitchFamily="50" charset="-127"/>
                <a:ea typeface="맑은 고딕" pitchFamily="50" charset="-127"/>
              </a:rPr>
              <a:t>8</a:t>
            </a:r>
            <a:r>
              <a:rPr lang="ko-KR" sz="1600" b="1" dirty="0">
                <a:latin typeface="맑은 고딕" pitchFamily="50" charset="-127"/>
                <a:ea typeface="맑은 고딕" pitchFamily="50" charset="-127"/>
              </a:rPr>
              <a:t>호기 </a:t>
            </a:r>
            <a:r>
              <a:rPr lang="ko-KR" sz="1600" b="1" dirty="0" err="1" smtClean="0">
                <a:latin typeface="맑은 고딕" pitchFamily="50" charset="-127"/>
                <a:ea typeface="맑은 고딕" pitchFamily="50" charset="-127"/>
              </a:rPr>
              <a:t>메인</a:t>
            </a:r>
            <a:r>
              <a:rPr lang="ko-KR" altLang="en-US" sz="1600" b="1" dirty="0" err="1" smtClean="0">
                <a:latin typeface="맑은 고딕" pitchFamily="50" charset="-127"/>
                <a:ea typeface="맑은 고딕" pitchFamily="50" charset="-127"/>
              </a:rPr>
              <a:t>탈</a:t>
            </a:r>
            <a:r>
              <a:rPr lang="ko-KR" sz="1600" b="1" dirty="0" err="1" smtClean="0">
                <a:latin typeface="맑은 고딕" pitchFamily="50" charset="-127"/>
                <a:ea typeface="맑은 고딕" pitchFamily="50" charset="-127"/>
              </a:rPr>
              <a:t>크</a:t>
            </a:r>
            <a:r>
              <a:rPr lang="ko-KR" sz="16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 err="1" smtClean="0">
                <a:latin typeface="맑은 고딕" pitchFamily="50" charset="-127"/>
                <a:ea typeface="맑은 고딕" pitchFamily="50" charset="-127"/>
              </a:rPr>
              <a:t>이송용</a:t>
            </a: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sz="1600" b="1" dirty="0" smtClean="0">
                <a:latin typeface="맑은 고딕" pitchFamily="50" charset="-127"/>
                <a:ea typeface="맑은 고딕" pitchFamily="50" charset="-127"/>
              </a:rPr>
              <a:t>BALL </a:t>
            </a:r>
            <a:r>
              <a:rPr lang="ko-KR" sz="1600" b="1" dirty="0">
                <a:latin typeface="맑은 고딕" pitchFamily="50" charset="-127"/>
                <a:ea typeface="맑은 고딕" pitchFamily="50" charset="-127"/>
              </a:rPr>
              <a:t>VALVE 수리_ 보고일 : 6월 9일 ]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571441"/>
              </p:ext>
            </p:extLst>
          </p:nvPr>
        </p:nvGraphicFramePr>
        <p:xfrm>
          <a:off x="9423" y="661007"/>
          <a:ext cx="9108508" cy="3258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593603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BALL</a:t>
                      </a: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VALVE</a:t>
                      </a: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수리</a:t>
                      </a:r>
                    </a:p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8호기</a:t>
                      </a: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메인달크</a:t>
                      </a: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이송용</a:t>
                      </a: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(80A)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개요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- 8호기 메인달크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이송용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3WAY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BALL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VALVE(80A) 내부 마모 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 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및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부식 확인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BALL 교체, SEAT 교체, O-RING 교체, 기능 TEST 실시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수리내용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BALL 교체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SEAT 교체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O-RING 교체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기능 TEST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사유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밸브 내부 볼 및 시트 마모로 누설 및 차단 불량 발생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이송라인 정상 가동을 위한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예비품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교체 후 수리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첨부1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.</a:t>
                      </a: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수리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견적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내역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(동일엔지니어링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: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900,000원)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첨부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2. 사진대지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900,000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원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VAT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별도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27086" y="4003184"/>
            <a:ext cx="37349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■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첨부1. 구매/수리 견적 내역(수리내역표)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003184"/>
            <a:ext cx="27363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■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첨부2. BALL VALVE </a:t>
            </a:r>
            <a:r>
              <a:rPr lang="ko-KR" altLang="en-US" sz="1300" b="1" dirty="0" err="1" smtClean="0">
                <a:latin typeface="맑은 고딕" pitchFamily="50" charset="-127"/>
                <a:ea typeface="맑은 고딕" pitchFamily="50" charset="-127"/>
              </a:rPr>
              <a:t>사진대지</a:t>
            </a:r>
            <a:endParaRPr lang="ko-KR" altLang="en-US" sz="13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Picture 11" descr="현장사진_3_밸브외관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599" y="4291009"/>
            <a:ext cx="2060388" cy="130542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7" y="4291009"/>
            <a:ext cx="4531243" cy="119754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218" y="4291009"/>
            <a:ext cx="2320940" cy="130542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218" y="5623676"/>
            <a:ext cx="2320940" cy="121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36369</TotalTime>
  <Words>155</Words>
  <Application>Microsoft Office PowerPoint</Application>
  <PresentationFormat>화면 슬라이드 쇼(4:3)</PresentationFormat>
  <Paragraphs>38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1704</cp:revision>
  <cp:lastPrinted>2026-03-03T23:42:12Z</cp:lastPrinted>
  <dcterms:created xsi:type="dcterms:W3CDTF">2006-12-21T02:27:07Z</dcterms:created>
  <dcterms:modified xsi:type="dcterms:W3CDTF">2026-06-09T08:33:18Z</dcterms:modified>
</cp:coreProperties>
</file>