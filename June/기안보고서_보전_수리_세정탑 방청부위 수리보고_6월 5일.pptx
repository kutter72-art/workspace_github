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329" autoAdjust="0"/>
  </p:normalViewPr>
  <p:slideViewPr>
    <p:cSldViewPr>
      <p:cViewPr varScale="1">
        <p:scale>
          <a:sx n="114" d="100"/>
          <a:sy n="114" d="100"/>
        </p:scale>
        <p:origin x="15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719" y="218214"/>
            <a:ext cx="6466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 dirty="0">
                <a:latin typeface="맑은 고딕"/>
              </a:rPr>
              <a:t>[ </a:t>
            </a:r>
            <a:r>
              <a:rPr sz="1600" b="1" dirty="0" err="1">
                <a:latin typeface="맑은 고딕"/>
              </a:rPr>
              <a:t>보전</a:t>
            </a:r>
            <a:r>
              <a:rPr sz="1600" b="1" dirty="0">
                <a:latin typeface="맑은 고딕"/>
              </a:rPr>
              <a:t>(</a:t>
            </a:r>
            <a:r>
              <a:rPr sz="1600" b="1" dirty="0" err="1">
                <a:latin typeface="맑은 고딕"/>
              </a:rPr>
              <a:t>기계</a:t>
            </a:r>
            <a:r>
              <a:rPr sz="1600" b="1" dirty="0">
                <a:latin typeface="맑은 고딕"/>
              </a:rPr>
              <a:t>/</a:t>
            </a:r>
            <a:r>
              <a:rPr sz="1600" b="1" dirty="0" err="1">
                <a:latin typeface="맑은 고딕"/>
              </a:rPr>
              <a:t>설비</a:t>
            </a:r>
            <a:r>
              <a:rPr sz="1600" b="1" dirty="0">
                <a:latin typeface="맑은 고딕"/>
              </a:rPr>
              <a:t>)_</a:t>
            </a:r>
            <a:r>
              <a:rPr sz="1600" b="1" dirty="0" err="1">
                <a:latin typeface="맑은 고딕"/>
              </a:rPr>
              <a:t>수선_세정탑</a:t>
            </a:r>
            <a:r>
              <a:rPr sz="1600" b="1" dirty="0">
                <a:latin typeface="맑은 고딕"/>
              </a:rPr>
              <a:t> BODY </a:t>
            </a:r>
            <a:r>
              <a:rPr sz="1600" b="1" dirty="0" err="1">
                <a:latin typeface="맑은 고딕"/>
              </a:rPr>
              <a:t>수선_보고일</a:t>
            </a:r>
            <a:r>
              <a:rPr sz="1600" b="1" dirty="0">
                <a:latin typeface="맑은 고딕"/>
              </a:rPr>
              <a:t> : 6월 5일 ]</a:t>
            </a:r>
            <a:endParaRPr lang="ko-KR" altLang="en-US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37549"/>
              </p:ext>
            </p:extLst>
          </p:nvPr>
        </p:nvGraphicFramePr>
        <p:xfrm>
          <a:off x="9423" y="661007"/>
          <a:ext cx="9108508" cy="25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30557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수리내용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   고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세정탑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VAC</a:t>
                      </a:r>
                      <a:r>
                        <a:rPr 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‘M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PUMP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배출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가스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에 의한 </a:t>
                      </a:r>
                      <a:r>
                        <a:rPr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천공</a:t>
                      </a:r>
                      <a:r>
                        <a:rPr 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리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개요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VACUUM PUMP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가스로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인해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세정탑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철판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발생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천공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(2016년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약 9년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경과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재질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철판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→ </a:t>
                      </a:r>
                      <a:r>
                        <a:rPr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STS-304(</a:t>
                      </a:r>
                      <a:r>
                        <a:rPr sz="1100" b="1" dirty="0" err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스테인레스</a:t>
                      </a:r>
                      <a:r>
                        <a:rPr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교체하여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내식성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향상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수선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천공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부위를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통한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누수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위험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진행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구조적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안전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문제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우려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동일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방지를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위한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재질</a:t>
                      </a:r>
                      <a:r>
                        <a:rPr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개선</a:t>
                      </a:r>
                      <a:endParaRPr sz="1100" b="1" dirty="0">
                        <a:solidFill>
                          <a:srgbClr val="FF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</a:t>
                      </a:r>
                      <a:r>
                        <a:rPr lang="en-US" altLang="ko-KR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 견적 내역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(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대일코퍼레이션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3,100,000원)</a:t>
                      </a: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</a:t>
                      </a:r>
                      <a:r>
                        <a:rPr 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사진대지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3,100,000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맑은 고딕" panose="020B0503020000020004" pitchFamily="34" charset="-127"/>
                          <a:ea typeface="+mn-ea"/>
                        </a:rPr>
                        <a:t>(VAT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+mn-ea"/>
                        </a:rPr>
                        <a:t>별도</a:t>
                      </a:r>
                      <a:r>
                        <a:rPr lang="en-US" altLang="ko-KR" sz="1100" b="1" dirty="0" smtClean="0"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108520" y="3365381"/>
            <a:ext cx="37349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수리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견적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내역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대일코퍼레이션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16016" y="3365381"/>
            <a:ext cx="273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14" name="Picture 13" descr="photo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087" y="5337602"/>
            <a:ext cx="2103120" cy="1221297"/>
          </a:xfrm>
          <a:prstGeom prst="rect">
            <a:avLst/>
          </a:prstGeom>
        </p:spPr>
      </p:pic>
      <p:pic>
        <p:nvPicPr>
          <p:cNvPr id="15" name="Picture 14" descr="photo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866" y="5337602"/>
            <a:ext cx="2103120" cy="122129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2" y="3606572"/>
            <a:ext cx="4679109" cy="14827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087" y="3582880"/>
            <a:ext cx="4257899" cy="175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" y="73152"/>
            <a:ext cx="9107424" cy="384048"/>
          </a:xfrm>
          <a:solidFill>
            <a:srgbClr val="1F3864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[ 작업계획서 ]  세정탑 BODY 수선 용접 부위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4596" y="816813"/>
            <a:ext cx="91074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▪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작업명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세정탑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외부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STS-304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교체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용접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▪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대상설비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세정탑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(2016년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설치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 ▪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수선업체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(주)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대일코퍼레이션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▪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금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액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3,100,000원(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VAT별도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" y="221330"/>
            <a:ext cx="6479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수리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용접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부위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점검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체크리스트</a:t>
            </a:r>
            <a:endParaRPr sz="16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78280"/>
              </p:ext>
            </p:extLst>
          </p:nvPr>
        </p:nvGraphicFramePr>
        <p:xfrm>
          <a:off x="9144" y="1096502"/>
          <a:ext cx="9107422" cy="35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 검 항 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 검 기 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 검 방 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결과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(양/불)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비드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기공·균열·언더컷·오버랩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없을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누수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누수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없을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가압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수압시험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 연속성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연속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완전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용착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탭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모재(STS-304) 손상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열영향부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과도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변형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없을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방청 도장 상태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 부위 방청도장 완전 도포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플랜지 체결 상태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인접 플랜지 밀착 이상 없을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토크렌치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내식성 표면 처리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패시베이션(부동태화) 처리 완료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표면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상태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구조물·고정부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상태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브래킷·서포트 이완·탈락 없을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진동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77441"/>
              </p:ext>
            </p:extLst>
          </p:nvPr>
        </p:nvGraphicFramePr>
        <p:xfrm>
          <a:off x="9144" y="4780374"/>
          <a:ext cx="9107424" cy="76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1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점  검  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점  검  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확  인  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부  서  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1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맑은 고딕"/>
                        </a:rPr>
                        <a:t>2026.        .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latin typeface="맑은 고딕"/>
                        </a:rPr>
                        <a:t>(인)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latin typeface="맑은 고딕"/>
                        </a:rPr>
                        <a:t>(인)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latin typeface="맑은 고딕"/>
                        </a:rPr>
                        <a:t>(인)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" y="5805264"/>
            <a:ext cx="91074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【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특기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사항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】  ①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용접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완료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최소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24시간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경과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수압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시험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실시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②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누수·불량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발견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시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즉시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재용접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보수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재검사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③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점검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결과는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사진으로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기록하여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보전팀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보고서에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④ STS-304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용접부는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아르곤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후면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가스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차폐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(Back Purging)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여부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확인</a:t>
            </a:r>
            <a:endParaRPr sz="1100" b="0" dirty="0">
              <a:solidFill>
                <a:srgbClr val="333333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36359</TotalTime>
  <Words>419</Words>
  <Application>Microsoft Office PowerPoint</Application>
  <PresentationFormat>화면 슬라이드 쇼(4:3)</PresentationFormat>
  <Paragraphs>80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1703</cp:revision>
  <cp:lastPrinted>2026-03-03T23:42:12Z</cp:lastPrinted>
  <dcterms:created xsi:type="dcterms:W3CDTF">2006-12-21T02:27:07Z</dcterms:created>
  <dcterms:modified xsi:type="dcterms:W3CDTF">2026-06-05T07:08:55Z</dcterms:modified>
</cp:coreProperties>
</file>