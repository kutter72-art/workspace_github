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7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6366" autoAdjust="0"/>
  </p:normalViewPr>
  <p:slideViewPr>
    <p:cSldViewPr>
      <p:cViewPr varScale="1">
        <p:scale>
          <a:sx n="114" d="100"/>
          <a:sy n="114" d="100"/>
        </p:scale>
        <p:origin x="163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" y="240903"/>
            <a:ext cx="731520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보전(기계/설비)_구매_D/C MOTOR CARBON BRUSH_보고일 : 6월 3일 ]</a:t>
            </a:r>
            <a:endParaRPr lang="ko-KR" altLang="en-US" sz="16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633907"/>
              </p:ext>
            </p:extLst>
          </p:nvPr>
        </p:nvGraphicFramePr>
        <p:xfrm>
          <a:off x="9423" y="661007"/>
          <a:ext cx="9108508" cy="2252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4968552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233563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수리내용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 고 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894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D/C MOTOR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CARBON BRUSH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  매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개요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- 3,4,12,15호기 D/C MOTOR CARBON BRUSH 교체 후 SPARE 구매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solidFill>
                            <a:srgbClr val="555555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카본 브러쉬 1세트 = 20EA </a:t>
                      </a:r>
                      <a:r>
                        <a:rPr lang="ko-KR" altLang="en-US" sz="1100" b="0" dirty="0" smtClean="0">
                          <a:solidFill>
                            <a:srgbClr val="555555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en-US" altLang="ko-KR" sz="1100" b="0" dirty="0" smtClean="0">
                          <a:solidFill>
                            <a:srgbClr val="555555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15</a:t>
                      </a:r>
                      <a:r>
                        <a:rPr lang="ko-KR" altLang="en-US" sz="1100" b="0" dirty="0" smtClean="0">
                          <a:solidFill>
                            <a:srgbClr val="555555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호기 </a:t>
                      </a:r>
                      <a:r>
                        <a:rPr lang="ko-KR" altLang="en-US" sz="1100" b="0" dirty="0" smtClean="0">
                          <a:solidFill>
                            <a:srgbClr val="555555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규격 상이)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#15호기 : CARBON BRUSH  20×32×45 / 1세트(20EA) /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EG670P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#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3,4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12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호기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CARBON BRUSH  (2×12.5)×32×46 / 각 10EA /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EG670P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solidFill>
                            <a:srgbClr val="333377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납품기일 : 발주 후 14일  /  인도방식 : 현장 도착도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첨부1. 구매내역  (풍양중전기산업  1,760,000원)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첨부2. 사진대지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rgbClr val="C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1,700,00</a:t>
                      </a:r>
                      <a:r>
                        <a:rPr lang="en-US" altLang="ko-KR" sz="1100" b="1" dirty="0" smtClean="0">
                          <a:solidFill>
                            <a:srgbClr val="C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0</a:t>
                      </a:r>
                      <a:endParaRPr lang="ko-KR" sz="11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VAT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별도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0" y="2996952"/>
            <a:ext cx="457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 b="1" dirty="0" smtClean="0">
                <a:latin typeface="맑은 고딕"/>
                <a:ea typeface="맑은 고딕" panose="020B0503020000020004" pitchFamily="34" charset="-127"/>
              </a:rPr>
              <a:t>■ </a:t>
            </a:r>
            <a:r>
              <a:rPr sz="1100" b="1" dirty="0" smtClean="0">
                <a:latin typeface="맑은 고딕"/>
              </a:rPr>
              <a:t>첨부</a:t>
            </a:r>
            <a:r>
              <a:rPr sz="1100" b="1" dirty="0">
                <a:latin typeface="맑은 고딕"/>
              </a:rPr>
              <a:t>1. </a:t>
            </a:r>
            <a:r>
              <a:rPr sz="1100" b="1" dirty="0" err="1">
                <a:latin typeface="맑은 고딕"/>
              </a:rPr>
              <a:t>구매내역</a:t>
            </a:r>
            <a:r>
              <a:rPr sz="1100" b="1" dirty="0">
                <a:latin typeface="맑은 고딕"/>
              </a:rPr>
              <a:t>  ( </a:t>
            </a:r>
            <a:r>
              <a:rPr sz="1100" b="1" dirty="0" err="1">
                <a:latin typeface="맑은 고딕"/>
              </a:rPr>
              <a:t>풍양중전기산업</a:t>
            </a:r>
            <a:r>
              <a:rPr sz="1100" b="1" dirty="0">
                <a:latin typeface="맑은 고딕"/>
              </a:rPr>
              <a:t> )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1000" y="4654297"/>
            <a:ext cx="47890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 b="1" dirty="0" smtClean="0">
                <a:latin typeface="맑은 고딕"/>
                <a:ea typeface="맑은 고딕" panose="020B0503020000020004" pitchFamily="34" charset="-127"/>
              </a:rPr>
              <a:t>■ </a:t>
            </a:r>
            <a:r>
              <a:rPr sz="1100" b="1" dirty="0" smtClean="0">
                <a:latin typeface="맑은 고딕"/>
              </a:rPr>
              <a:t>첨부</a:t>
            </a:r>
            <a:r>
              <a:rPr sz="1100" b="1" dirty="0">
                <a:latin typeface="맑은 고딕"/>
              </a:rPr>
              <a:t>2. </a:t>
            </a:r>
            <a:r>
              <a:rPr sz="1100" b="1" dirty="0" err="1">
                <a:latin typeface="맑은 고딕"/>
              </a:rPr>
              <a:t>관련</a:t>
            </a:r>
            <a:r>
              <a:rPr sz="1100" b="1" dirty="0">
                <a:latin typeface="맑은 고딕"/>
              </a:rPr>
              <a:t> </a:t>
            </a:r>
            <a:r>
              <a:rPr sz="1100" b="1" dirty="0" err="1" smtClean="0">
                <a:latin typeface="맑은 고딕"/>
              </a:rPr>
              <a:t>이미지</a:t>
            </a:r>
            <a:r>
              <a:rPr sz="1100" b="1" dirty="0" smtClean="0">
                <a:latin typeface="맑은 고딕"/>
              </a:rPr>
              <a:t> </a:t>
            </a:r>
            <a:r>
              <a:rPr sz="1100" b="1" dirty="0">
                <a:latin typeface="맑은 고딕"/>
              </a:rPr>
              <a:t>( D/C MOTOR CARBON BRUSH </a:t>
            </a:r>
            <a:r>
              <a:rPr sz="1100" b="1" dirty="0" err="1">
                <a:latin typeface="맑은 고딕"/>
              </a:rPr>
              <a:t>교체</a:t>
            </a:r>
            <a:r>
              <a:rPr sz="1100" b="1" dirty="0">
                <a:latin typeface="맑은 고딕"/>
              </a:rPr>
              <a:t> </a:t>
            </a:r>
            <a:r>
              <a:rPr sz="1100" b="1" dirty="0" err="1">
                <a:latin typeface="맑은 고딕"/>
              </a:rPr>
              <a:t>현황</a:t>
            </a:r>
            <a:r>
              <a:rPr sz="1100" b="1" dirty="0">
                <a:latin typeface="맑은 고딕"/>
              </a:rPr>
              <a:t> )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192648"/>
              </p:ext>
            </p:extLst>
          </p:nvPr>
        </p:nvGraphicFramePr>
        <p:xfrm>
          <a:off x="263034" y="3230732"/>
          <a:ext cx="7360920" cy="1385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7166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품 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규격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&amp; </a:t>
                      </a:r>
                      <a:r>
                        <a:rPr sz="1050" b="1" dirty="0" err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품번</a:t>
                      </a:r>
                      <a:endParaRPr sz="105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단위</a:t>
                      </a:r>
                      <a:endParaRPr sz="105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수량</a:t>
                      </a:r>
                      <a:endParaRPr sz="105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단가</a:t>
                      </a:r>
                      <a:endParaRPr sz="105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금  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비  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166"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CARBON BRUSH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20×32×45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EA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28,000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560,000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#15호기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16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CARBON BRUSH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(2×12.5)×32×46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EA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1,200,000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#3,4,12호기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166">
                <a:tc>
                  <a:txBody>
                    <a:bodyPr/>
                    <a:lstStyle/>
                    <a:p>
                      <a:pPr algn="ctr"/>
                      <a:endParaRPr sz="105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합  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C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1,760,000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166">
                <a:tc>
                  <a:txBody>
                    <a:bodyPr/>
                    <a:lstStyle/>
                    <a:p>
                      <a:pPr algn="ctr"/>
                      <a:endParaRPr sz="105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NEGO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C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1,700,000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VAT </a:t>
                      </a:r>
                      <a:r>
                        <a:rPr sz="105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별도</a:t>
                      </a:r>
                      <a:endParaRPr sz="105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12" descr="178047676730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4941376"/>
            <a:ext cx="1505427" cy="1548000"/>
          </a:xfrm>
          <a:prstGeom prst="rect">
            <a:avLst/>
          </a:prstGeom>
        </p:spPr>
      </p:pic>
      <p:pic>
        <p:nvPicPr>
          <p:cNvPr id="12" name="Picture 13" descr="1780476799580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04" y="4941376"/>
            <a:ext cx="1505427" cy="1548000"/>
          </a:xfrm>
          <a:prstGeom prst="rect">
            <a:avLst/>
          </a:prstGeom>
        </p:spPr>
      </p:pic>
      <p:pic>
        <p:nvPicPr>
          <p:cNvPr id="15" name="Picture 14" descr="1780476831078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3888" y="4941376"/>
            <a:ext cx="1505427" cy="154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508104" y="4914186"/>
            <a:ext cx="316835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카본 </a:t>
            </a:r>
            <a:r>
              <a:rPr lang="ko-KR" altLang="en-US" sz="11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브러쉬는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1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일일점검하며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약 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1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년 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~1.5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년 </a:t>
            </a:r>
            <a:r>
              <a:rPr lang="ko-KR" altLang="en-US" sz="11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사용주기로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교체함</a:t>
            </a:r>
            <a:endParaRPr lang="en-US" altLang="ko-KR" sz="11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교체가 늦어지면 모터 내부 코일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, Tail Gate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등의 파손으로 즉시 교체를 위해서 </a:t>
            </a:r>
            <a:r>
              <a:rPr lang="ko-KR" altLang="en-US" sz="11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예비품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구매 필요</a:t>
            </a:r>
            <a:endParaRPr lang="en-US" altLang="ko-KR" sz="11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현 재고는 없으며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많이 사용하는 규격은 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2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세트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, 15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호기 단독 규격은 </a:t>
            </a:r>
            <a:r>
              <a:rPr lang="en-US" altLang="ko-KR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1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세트 </a:t>
            </a:r>
            <a:r>
              <a:rPr lang="ko-KR" altLang="en-US" sz="11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예비품</a:t>
            </a:r>
            <a:r>
              <a:rPr lang="ko-KR" altLang="en-US" sz="11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보유 목적으로 구매 예정임</a:t>
            </a:r>
            <a:endParaRPr lang="ko-KR" altLang="en-US" sz="11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36373</TotalTime>
  <Words>250</Words>
  <Application>Microsoft Office PowerPoint</Application>
  <PresentationFormat>화면 슬라이드 쇼(4:3)</PresentationFormat>
  <Paragraphs>59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1703</cp:revision>
  <cp:lastPrinted>2026-03-03T23:42:12Z</cp:lastPrinted>
  <dcterms:created xsi:type="dcterms:W3CDTF">2006-12-21T02:27:07Z</dcterms:created>
  <dcterms:modified xsi:type="dcterms:W3CDTF">2026-06-03T09:37:49Z</dcterms:modified>
</cp:coreProperties>
</file>