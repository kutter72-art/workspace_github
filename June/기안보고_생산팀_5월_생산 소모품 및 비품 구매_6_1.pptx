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43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16258"/>
            <a:ext cx="5674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생산현장 소모품 및 비품 구매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6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452946"/>
              </p:ext>
            </p:extLst>
          </p:nvPr>
        </p:nvGraphicFramePr>
        <p:xfrm>
          <a:off x="9423" y="874421"/>
          <a:ext cx="9108508" cy="190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66561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생산현장 소모품 및 비품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 소모품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및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비품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보고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구매대행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신평철물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면테이프외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종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구매내역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최근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개월 구매내역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증감비교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903,400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53589" y="2849968"/>
            <a:ext cx="17828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■ </a:t>
            </a:r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en-US" altLang="ko-KR" sz="1200" dirty="0" smtClean="0">
                <a:solidFill>
                  <a:srgbClr val="000000"/>
                </a:solidFill>
                <a:latin typeface="+mj-ea"/>
                <a:ea typeface="+mj-ea"/>
              </a:rPr>
              <a:t>5</a:t>
            </a:r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월 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4:$G$16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584" y="3181350"/>
            <a:ext cx="6120680" cy="3355941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1A7A3A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34014"/>
            <a:ext cx="5386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3개월 비교 </a:t>
            </a:r>
            <a:r>
              <a:rPr lang="ko-KR" altLang="en-US" sz="16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증감현황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분석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b="1" dirty="0"/>
          </a:p>
        </p:txBody>
      </p:sp>
      <p:sp>
        <p:nvSpPr>
          <p:cNvPr id="11" name="직사각형 10"/>
          <p:cNvSpPr/>
          <p:nvPr/>
        </p:nvSpPr>
        <p:spPr>
          <a:xfrm>
            <a:off x="386657" y="5571827"/>
            <a:ext cx="856895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요약</a:t>
            </a:r>
            <a:endParaRPr lang="en-US" altLang="ko-KR" sz="11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• 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3월 :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설비·공정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소모품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대량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(10품목 / 1,116,000원) —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호스·보드·청통용기·테프론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등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공정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소모품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중심</a:t>
            </a:r>
            <a:endParaRPr sz="11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• 4월 :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안전·사무용품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위주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소규모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(6품목 / 472,500원) —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전월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대비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▼57.7%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감소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(−643,500원)</a:t>
            </a:r>
          </a:p>
          <a:p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• 5월 :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사무·생산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비품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위주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(11품목 / 903,400원) —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전월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대비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▲91.2% </a:t>
            </a:r>
            <a:r>
              <a:rPr sz="11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증가</a:t>
            </a:r>
            <a:r>
              <a:rPr sz="11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(+430,900원)</a:t>
            </a:r>
          </a:p>
          <a:p>
            <a:r>
              <a:rPr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•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5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월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커피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모카골드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최근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개월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첫구매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하우스비닐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–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출하팀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반납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개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다용도접착제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제거재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- #14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호기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청테이프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사용 후 제거용</a:t>
            </a:r>
            <a:endParaRPr sz="11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6" name="그림 5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5:$K$31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692695"/>
            <a:ext cx="6336704" cy="4879132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1A7A3A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6798336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36258</TotalTime>
  <Words>206</Words>
  <Application>Microsoft Office PowerPoint</Application>
  <PresentationFormat>화면 슬라이드 쇼(4:3)</PresentationFormat>
  <Paragraphs>28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1687</cp:revision>
  <cp:lastPrinted>2026-03-03T23:42:12Z</cp:lastPrinted>
  <dcterms:created xsi:type="dcterms:W3CDTF">2006-12-21T02:27:07Z</dcterms:created>
  <dcterms:modified xsi:type="dcterms:W3CDTF">2026-06-02T08:02:29Z</dcterms:modified>
</cp:coreProperties>
</file>