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6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329" autoAdjust="0"/>
  </p:normalViewPr>
  <p:slideViewPr>
    <p:cSldViewPr>
      <p:cViewPr varScale="1">
        <p:scale>
          <a:sx n="114" d="100"/>
          <a:sy n="114" d="100"/>
        </p:scale>
        <p:origin x="150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386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시설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식당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정화조 수거 작업_ 보고일 : 6월 8일 ]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737297"/>
              </p:ext>
            </p:extLst>
          </p:nvPr>
        </p:nvGraphicFramePr>
        <p:xfrm>
          <a:off x="9423" y="661007"/>
          <a:ext cx="9108508" cy="2603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045383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수리내용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식당 정화조</a:t>
                      </a:r>
                    </a:p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수거 작업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개요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식당 유분 다량 발생으로 정화조 폐수 청소 필요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장마철 대비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집수정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물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배출 필요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정화조 수거량: 22.41 m³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기존 배출 시기(6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12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월) → 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1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0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월로 변경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장마철 전 사전 관리로 집수정 넘침 방지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첨부1. 구매 내역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    (당진정화조  448,200원, VAT 별도)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첨부2. 사진대지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448,200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VAT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별도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43131" y="3368025"/>
            <a:ext cx="3734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첨부1.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견적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내역(당진정화조)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32" y="3645024"/>
            <a:ext cx="4665189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765166"/>
              </p:ext>
            </p:extLst>
          </p:nvPr>
        </p:nvGraphicFramePr>
        <p:xfrm>
          <a:off x="107504" y="764704"/>
          <a:ext cx="8928992" cy="5592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327927103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697465569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35242896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689817932"/>
                    </a:ext>
                  </a:extLst>
                </a:gridCol>
              </a:tblGrid>
              <a:tr h="3737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집수정</a:t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#1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집수정</a:t>
                      </a:r>
                      <a:r>
                        <a:rPr lang="ko-KR" altLang="en-US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#2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집수정</a:t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#3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집수정</a:t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#4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50862"/>
                  </a:ext>
                </a:extLst>
              </a:tr>
              <a:tr h="2293822"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12324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식당 정화조</a:t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#5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식당 정화조</a:t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#6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식당 정화조</a:t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#7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식당 정화조</a:t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#8</a:t>
                      </a:r>
                      <a:endParaRPr lang="ko-KR" altLang="en-US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450519"/>
                  </a:ext>
                </a:extLst>
              </a:tr>
              <a:tr h="2554193"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866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115" y="252259"/>
            <a:ext cx="3725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■</a:t>
            </a:r>
            <a:r>
              <a:rPr lang="ko-KR" altLang="en-US" sz="14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첨부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사진대지 (식당 정화조 / 집수정)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41" y="1311333"/>
            <a:ext cx="2162545" cy="1980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639" y="1311333"/>
            <a:ext cx="2128610" cy="1980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3791" y="1311333"/>
            <a:ext cx="2138070" cy="19800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8181" y="1311333"/>
            <a:ext cx="2115300" cy="1980000"/>
          </a:xfrm>
          <a:prstGeom prst="rect">
            <a:avLst/>
          </a:prstGeom>
        </p:spPr>
      </p:pic>
      <p:pic>
        <p:nvPicPr>
          <p:cNvPr id="9" name="그림 8"/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66900" y="4009960"/>
            <a:ext cx="2088000" cy="2160000"/>
          </a:xfrm>
          <a:prstGeom prst="rect">
            <a:avLst/>
          </a:prstGeom>
        </p:spPr>
      </p:pic>
      <p:pic>
        <p:nvPicPr>
          <p:cNvPr id="10" name="그림 9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2418151" y="4009960"/>
            <a:ext cx="2088000" cy="2160000"/>
          </a:xfrm>
          <a:prstGeom prst="rect">
            <a:avLst/>
          </a:prstGeom>
        </p:spPr>
      </p:pic>
      <p:pic>
        <p:nvPicPr>
          <p:cNvPr id="11" name="그림 10"/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4644235" y="4009960"/>
            <a:ext cx="2088000" cy="2160000"/>
          </a:xfrm>
          <a:prstGeom prst="rect">
            <a:avLst/>
          </a:prstGeom>
        </p:spPr>
      </p:pic>
      <p:pic>
        <p:nvPicPr>
          <p:cNvPr id="12" name="그림 11"/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887097" y="4009960"/>
            <a:ext cx="2088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36362</TotalTime>
  <Words>162</Words>
  <Application>Microsoft Office PowerPoint</Application>
  <PresentationFormat>화면 슬라이드 쇼(4:3)</PresentationFormat>
  <Paragraphs>37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1706</cp:revision>
  <cp:lastPrinted>2026-03-03T23:42:12Z</cp:lastPrinted>
  <dcterms:created xsi:type="dcterms:W3CDTF">2006-12-21T02:27:07Z</dcterms:created>
  <dcterms:modified xsi:type="dcterms:W3CDTF">2026-06-08T09:01:58Z</dcterms:modified>
</cp:coreProperties>
</file>