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Masters/slideMaster6.xml" ContentType="application/vnd.openxmlformats-officedocument.presentationml.slideMaster+xml"/>
  <Override PartName="/ppt/slideMasters/slideMaster7.xml" ContentType="application/vnd.openxmlformats-officedocument.presentationml.slideMaster+xml"/>
  <Override PartName="/ppt/slideMasters/slideMaster8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theme/theme2.xml" ContentType="application/vnd.openxmlformats-officedocument.theme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theme/theme3.xml" ContentType="application/vnd.openxmlformats-officedocument.theme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theme/theme4.xml" ContentType="application/vnd.openxmlformats-officedocument.theme+xml"/>
  <Override PartName="/ppt/slideLayouts/slideLayout49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slideLayouts/slideLayout56.xml" ContentType="application/vnd.openxmlformats-officedocument.presentationml.slideLayout+xml"/>
  <Override PartName="/ppt/slideLayouts/slideLayout57.xml" ContentType="application/vnd.openxmlformats-officedocument.presentationml.slideLayout+xml"/>
  <Override PartName="/ppt/slideLayouts/slideLayout58.xml" ContentType="application/vnd.openxmlformats-officedocument.presentationml.slideLayout+xml"/>
  <Override PartName="/ppt/slideLayouts/slideLayout59.xml" ContentType="application/vnd.openxmlformats-officedocument.presentationml.slideLayout+xml"/>
  <Override PartName="/ppt/theme/theme5.xml" ContentType="application/vnd.openxmlformats-officedocument.theme+xml"/>
  <Override PartName="/ppt/slideLayouts/slideLayout60.xml" ContentType="application/vnd.openxmlformats-officedocument.presentationml.slideLayout+xml"/>
  <Override PartName="/ppt/slideLayouts/slideLayout61.xml" ContentType="application/vnd.openxmlformats-officedocument.presentationml.slideLayout+xml"/>
  <Override PartName="/ppt/slideLayouts/slideLayout62.xml" ContentType="application/vnd.openxmlformats-officedocument.presentationml.slideLayout+xml"/>
  <Override PartName="/ppt/slideLayouts/slideLayout63.xml" ContentType="application/vnd.openxmlformats-officedocument.presentationml.slideLayout+xml"/>
  <Override PartName="/ppt/slideLayouts/slideLayout64.xml" ContentType="application/vnd.openxmlformats-officedocument.presentationml.slideLayout+xml"/>
  <Override PartName="/ppt/slideLayouts/slideLayout65.xml" ContentType="application/vnd.openxmlformats-officedocument.presentationml.slideLayout+xml"/>
  <Override PartName="/ppt/slideLayouts/slideLayout66.xml" ContentType="application/vnd.openxmlformats-officedocument.presentationml.slideLayout+xml"/>
  <Override PartName="/ppt/slideLayouts/slideLayout67.xml" ContentType="application/vnd.openxmlformats-officedocument.presentationml.slideLayout+xml"/>
  <Override PartName="/ppt/slideLayouts/slideLayout68.xml" ContentType="application/vnd.openxmlformats-officedocument.presentationml.slideLayout+xml"/>
  <Override PartName="/ppt/slideLayouts/slideLayout69.xml" ContentType="application/vnd.openxmlformats-officedocument.presentationml.slideLayout+xml"/>
  <Override PartName="/ppt/slideLayouts/slideLayout70.xml" ContentType="application/vnd.openxmlformats-officedocument.presentationml.slideLayout+xml"/>
  <Override PartName="/ppt/theme/theme6.xml" ContentType="application/vnd.openxmlformats-officedocument.theme+xml"/>
  <Override PartName="/ppt/slideLayouts/slideLayout71.xml" ContentType="application/vnd.openxmlformats-officedocument.presentationml.slideLayout+xml"/>
  <Override PartName="/ppt/slideLayouts/slideLayout72.xml" ContentType="application/vnd.openxmlformats-officedocument.presentationml.slideLayout+xml"/>
  <Override PartName="/ppt/slideLayouts/slideLayout73.xml" ContentType="application/vnd.openxmlformats-officedocument.presentationml.slideLayout+xml"/>
  <Override PartName="/ppt/slideLayouts/slideLayout74.xml" ContentType="application/vnd.openxmlformats-officedocument.presentationml.slideLayout+xml"/>
  <Override PartName="/ppt/slideLayouts/slideLayout75.xml" ContentType="application/vnd.openxmlformats-officedocument.presentationml.slideLayout+xml"/>
  <Override PartName="/ppt/slideLayouts/slideLayout76.xml" ContentType="application/vnd.openxmlformats-officedocument.presentationml.slideLayout+xml"/>
  <Override PartName="/ppt/slideLayouts/slideLayout77.xml" ContentType="application/vnd.openxmlformats-officedocument.presentationml.slideLayout+xml"/>
  <Override PartName="/ppt/slideLayouts/slideLayout78.xml" ContentType="application/vnd.openxmlformats-officedocument.presentationml.slideLayout+xml"/>
  <Override PartName="/ppt/slideLayouts/slideLayout79.xml" ContentType="application/vnd.openxmlformats-officedocument.presentationml.slideLayout+xml"/>
  <Override PartName="/ppt/slideLayouts/slideLayout80.xml" ContentType="application/vnd.openxmlformats-officedocument.presentationml.slideLayout+xml"/>
  <Override PartName="/ppt/slideLayouts/slideLayout81.xml" ContentType="application/vnd.openxmlformats-officedocument.presentationml.slideLayout+xml"/>
  <Override PartName="/ppt/theme/theme7.xml" ContentType="application/vnd.openxmlformats-officedocument.theme+xml"/>
  <Override PartName="/ppt/slideLayouts/slideLayout82.xml" ContentType="application/vnd.openxmlformats-officedocument.presentationml.slideLayout+xml"/>
  <Override PartName="/ppt/slideLayouts/slideLayout83.xml" ContentType="application/vnd.openxmlformats-officedocument.presentationml.slideLayout+xml"/>
  <Override PartName="/ppt/slideLayouts/slideLayout84.xml" ContentType="application/vnd.openxmlformats-officedocument.presentationml.slideLayout+xml"/>
  <Override PartName="/ppt/slideLayouts/slideLayout85.xml" ContentType="application/vnd.openxmlformats-officedocument.presentationml.slideLayout+xml"/>
  <Override PartName="/ppt/slideLayouts/slideLayout86.xml" ContentType="application/vnd.openxmlformats-officedocument.presentationml.slideLayout+xml"/>
  <Override PartName="/ppt/slideLayouts/slideLayout87.xml" ContentType="application/vnd.openxmlformats-officedocument.presentationml.slideLayout+xml"/>
  <Override PartName="/ppt/slideLayouts/slideLayout88.xml" ContentType="application/vnd.openxmlformats-officedocument.presentationml.slideLayout+xml"/>
  <Override PartName="/ppt/slideLayouts/slideLayout89.xml" ContentType="application/vnd.openxmlformats-officedocument.presentationml.slideLayout+xml"/>
  <Override PartName="/ppt/slideLayouts/slideLayout90.xml" ContentType="application/vnd.openxmlformats-officedocument.presentationml.slideLayout+xml"/>
  <Override PartName="/ppt/slideLayouts/slideLayout91.xml" ContentType="application/vnd.openxmlformats-officedocument.presentationml.slideLayout+xml"/>
  <Override PartName="/ppt/slideLayouts/slideLayout92.xml" ContentType="application/vnd.openxmlformats-officedocument.presentationml.slideLayout+xml"/>
  <Override PartName="/ppt/theme/theme8.xml" ContentType="application/vnd.openxmlformats-officedocument.theme+xml"/>
  <Override PartName="/ppt/theme/theme9.xml" ContentType="application/vnd.openxmlformats-officedocument.theme+xml"/>
  <Override PartName="/ppt/theme/theme10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819" r:id="rId1"/>
    <p:sldMasterId id="2147483908" r:id="rId2"/>
    <p:sldMasterId id="2147483895" r:id="rId3"/>
    <p:sldMasterId id="2147483871" r:id="rId4"/>
    <p:sldMasterId id="2147483883" r:id="rId5"/>
    <p:sldMasterId id="2147483857" r:id="rId6"/>
    <p:sldMasterId id="2147483843" r:id="rId7"/>
    <p:sldMasterId id="2147483831" r:id="rId8"/>
  </p:sldMasterIdLst>
  <p:notesMasterIdLst>
    <p:notesMasterId r:id="rId10"/>
  </p:notesMasterIdLst>
  <p:handoutMasterIdLst>
    <p:handoutMasterId r:id="rId11"/>
  </p:handoutMasterIdLst>
  <p:sldIdLst>
    <p:sldId id="577" r:id="rId9"/>
  </p:sldIdLst>
  <p:sldSz cx="9144000" cy="6858000" type="screen4x3"/>
  <p:notesSz cx="9939338" cy="6807200"/>
  <p:custShowLst>
    <p:custShow name="재구성한 쇼 1" id="0">
      <p:sldLst/>
    </p:custShow>
  </p:custShowLst>
  <p:defaultTextStyle>
    <a:defPPr>
      <a:defRPr lang="ko-KR"/>
    </a:defPPr>
    <a:lvl1pPr algn="l" rtl="0" fontAlgn="base" latinLnBrk="1">
      <a:spcBef>
        <a:spcPct val="0"/>
      </a:spcBef>
      <a:spcAft>
        <a:spcPct val="0"/>
      </a:spcAft>
      <a:defRPr kumimoji="1" kern="1200">
        <a:solidFill>
          <a:schemeClr val="tx1"/>
        </a:solidFill>
        <a:latin typeface="굴림" pitchFamily="50" charset="-127"/>
        <a:ea typeface="굴림" pitchFamily="50" charset="-127"/>
        <a:cs typeface="+mn-cs"/>
      </a:defRPr>
    </a:lvl1pPr>
    <a:lvl2pPr marL="457200" algn="l" rtl="0" fontAlgn="base" latinLnBrk="1">
      <a:spcBef>
        <a:spcPct val="0"/>
      </a:spcBef>
      <a:spcAft>
        <a:spcPct val="0"/>
      </a:spcAft>
      <a:defRPr kumimoji="1" kern="1200">
        <a:solidFill>
          <a:schemeClr val="tx1"/>
        </a:solidFill>
        <a:latin typeface="굴림" pitchFamily="50" charset="-127"/>
        <a:ea typeface="굴림" pitchFamily="50" charset="-127"/>
        <a:cs typeface="+mn-cs"/>
      </a:defRPr>
    </a:lvl2pPr>
    <a:lvl3pPr marL="914400" algn="l" rtl="0" fontAlgn="base" latinLnBrk="1">
      <a:spcBef>
        <a:spcPct val="0"/>
      </a:spcBef>
      <a:spcAft>
        <a:spcPct val="0"/>
      </a:spcAft>
      <a:defRPr kumimoji="1" kern="1200">
        <a:solidFill>
          <a:schemeClr val="tx1"/>
        </a:solidFill>
        <a:latin typeface="굴림" pitchFamily="50" charset="-127"/>
        <a:ea typeface="굴림" pitchFamily="50" charset="-127"/>
        <a:cs typeface="+mn-cs"/>
      </a:defRPr>
    </a:lvl3pPr>
    <a:lvl4pPr marL="1371600" algn="l" rtl="0" fontAlgn="base" latinLnBrk="1">
      <a:spcBef>
        <a:spcPct val="0"/>
      </a:spcBef>
      <a:spcAft>
        <a:spcPct val="0"/>
      </a:spcAft>
      <a:defRPr kumimoji="1" kern="1200">
        <a:solidFill>
          <a:schemeClr val="tx1"/>
        </a:solidFill>
        <a:latin typeface="굴림" pitchFamily="50" charset="-127"/>
        <a:ea typeface="굴림" pitchFamily="50" charset="-127"/>
        <a:cs typeface="+mn-cs"/>
      </a:defRPr>
    </a:lvl4pPr>
    <a:lvl5pPr marL="1828800" algn="l" rtl="0" fontAlgn="base" latinLnBrk="1">
      <a:spcBef>
        <a:spcPct val="0"/>
      </a:spcBef>
      <a:spcAft>
        <a:spcPct val="0"/>
      </a:spcAft>
      <a:defRPr kumimoji="1" kern="1200">
        <a:solidFill>
          <a:schemeClr val="tx1"/>
        </a:solidFill>
        <a:latin typeface="굴림" pitchFamily="50" charset="-127"/>
        <a:ea typeface="굴림" pitchFamily="50" charset="-127"/>
        <a:cs typeface="+mn-cs"/>
      </a:defRPr>
    </a:lvl5pPr>
    <a:lvl6pPr marL="2286000" algn="l" defTabSz="914400" rtl="0" eaLnBrk="1" latinLnBrk="1" hangingPunct="1">
      <a:defRPr kumimoji="1" kern="1200">
        <a:solidFill>
          <a:schemeClr val="tx1"/>
        </a:solidFill>
        <a:latin typeface="굴림" pitchFamily="50" charset="-127"/>
        <a:ea typeface="굴림" pitchFamily="50" charset="-127"/>
        <a:cs typeface="+mn-cs"/>
      </a:defRPr>
    </a:lvl6pPr>
    <a:lvl7pPr marL="2743200" algn="l" defTabSz="914400" rtl="0" eaLnBrk="1" latinLnBrk="1" hangingPunct="1">
      <a:defRPr kumimoji="1" kern="1200">
        <a:solidFill>
          <a:schemeClr val="tx1"/>
        </a:solidFill>
        <a:latin typeface="굴림" pitchFamily="50" charset="-127"/>
        <a:ea typeface="굴림" pitchFamily="50" charset="-127"/>
        <a:cs typeface="+mn-cs"/>
      </a:defRPr>
    </a:lvl7pPr>
    <a:lvl8pPr marL="3200400" algn="l" defTabSz="914400" rtl="0" eaLnBrk="1" latinLnBrk="1" hangingPunct="1">
      <a:defRPr kumimoji="1" kern="1200">
        <a:solidFill>
          <a:schemeClr val="tx1"/>
        </a:solidFill>
        <a:latin typeface="굴림" pitchFamily="50" charset="-127"/>
        <a:ea typeface="굴림" pitchFamily="50" charset="-127"/>
        <a:cs typeface="+mn-cs"/>
      </a:defRPr>
    </a:lvl8pPr>
    <a:lvl9pPr marL="3657600" algn="l" defTabSz="914400" rtl="0" eaLnBrk="1" latinLnBrk="1" hangingPunct="1">
      <a:defRPr kumimoji="1" kern="1200">
        <a:solidFill>
          <a:schemeClr val="tx1"/>
        </a:solidFill>
        <a:latin typeface="굴림" pitchFamily="50" charset="-127"/>
        <a:ea typeface="굴림" pitchFamily="50" charset="-127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144">
          <p15:clr>
            <a:srgbClr val="A4A3A4"/>
          </p15:clr>
        </p15:guide>
        <p15:guide id="2" pos="3131">
          <p15:clr>
            <a:srgbClr val="A4A3A4"/>
          </p15:clr>
        </p15:guide>
      </p15:notes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김명섭" initials="김" lastIdx="1" clrIdx="0">
    <p:extLst>
      <p:ext uri="{19B8F6BF-5375-455C-9EA6-DF929625EA0E}">
        <p15:presenceInfo xmlns:p15="http://schemas.microsoft.com/office/powerpoint/2012/main" userId="김명섭" providerId="None"/>
      </p:ext>
    </p:extLst>
  </p:cmAuthor>
  <p:cmAuthor id="2" name="pc" initials="p" lastIdx="2" clrIdx="1">
    <p:extLst>
      <p:ext uri="{19B8F6BF-5375-455C-9EA6-DF929625EA0E}">
        <p15:presenceInfo xmlns:p15="http://schemas.microsoft.com/office/powerpoint/2012/main" userId="pc" providerId="Non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CC"/>
    <a:srgbClr val="78946A"/>
    <a:srgbClr val="0066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D7AC3CCA-C797-4891-BE02-D94E43425B78}" styleName="보통 스타일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 w="12700" cmpd="sng">
              <a:solidFill>
                <a:schemeClr val="dk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dk1"/>
              </a:solidFill>
            </a:ln>
          </a:top>
        </a:tcBdr>
        <a:fill>
          <a:solidFill>
            <a:schemeClr val="dk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dk1">
              <a:tint val="20000"/>
            </a:schemeClr>
          </a:solidFill>
        </a:fill>
      </a:tcStyle>
    </a:firstRow>
  </a:tblStyle>
  <a:tblStyle styleId="{793D81CF-94F2-401A-BA57-92F5A7B2D0C5}" styleName="보통 스타일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329" autoAdjust="0"/>
  </p:normalViewPr>
  <p:slideViewPr>
    <p:cSldViewPr>
      <p:cViewPr varScale="1">
        <p:scale>
          <a:sx n="88" d="100"/>
          <a:sy n="88" d="100"/>
        </p:scale>
        <p:origin x="1334" y="53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3" d="2"/>
        <a:sy n="3" d="2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notesViewPr>
    <p:cSldViewPr>
      <p:cViewPr varScale="1">
        <p:scale>
          <a:sx n="89" d="100"/>
          <a:sy n="89" d="100"/>
        </p:scale>
        <p:origin x="1795" y="72"/>
      </p:cViewPr>
      <p:guideLst>
        <p:guide orient="horz" pos="2144"/>
        <p:guide pos="3131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Master" Target="slideMasters/slideMaster8.xml"/><Relationship Id="rId13" Type="http://schemas.openxmlformats.org/officeDocument/2006/relationships/presProps" Target="presProps.xml"/><Relationship Id="rId3" Type="http://schemas.openxmlformats.org/officeDocument/2006/relationships/slideMaster" Target="slideMasters/slideMaster3.xml"/><Relationship Id="rId7" Type="http://schemas.openxmlformats.org/officeDocument/2006/relationships/slideMaster" Target="slideMasters/slideMaster7.xml"/><Relationship Id="rId12" Type="http://schemas.openxmlformats.org/officeDocument/2006/relationships/commentAuthors" Target="commentAuthors.xml"/><Relationship Id="rId2" Type="http://schemas.openxmlformats.org/officeDocument/2006/relationships/slideMaster" Target="slideMasters/slideMaster2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Master" Target="slideMasters/slideMaster6.xml"/><Relationship Id="rId11" Type="http://schemas.openxmlformats.org/officeDocument/2006/relationships/handoutMaster" Target="handoutMasters/handoutMaster1.xml"/><Relationship Id="rId5" Type="http://schemas.openxmlformats.org/officeDocument/2006/relationships/slideMaster" Target="slideMasters/slideMaster5.xml"/><Relationship Id="rId15" Type="http://schemas.openxmlformats.org/officeDocument/2006/relationships/theme" Target="theme/theme1.xml"/><Relationship Id="rId10" Type="http://schemas.openxmlformats.org/officeDocument/2006/relationships/notesMaster" Target="notesMasters/notesMaster1.xml"/><Relationship Id="rId4" Type="http://schemas.openxmlformats.org/officeDocument/2006/relationships/slideMaster" Target="slideMasters/slideMaster4.xml"/><Relationship Id="rId9" Type="http://schemas.openxmlformats.org/officeDocument/2006/relationships/slide" Target="slides/slide1.xml"/><Relationship Id="rId14" Type="http://schemas.openxmlformats.org/officeDocument/2006/relationships/viewProps" Target="view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10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130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4" y="2"/>
            <a:ext cx="4306740" cy="3399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2678" tIns="46341" rIns="92678" bIns="46341" numCol="1" anchor="t" anchorCtr="0" compatLnSpc="1">
            <a:prstTxWarp prst="textNoShape">
              <a:avLst/>
            </a:prstTxWarp>
          </a:bodyPr>
          <a:lstStyle>
            <a:lvl1pPr>
              <a:defRPr sz="1200"/>
            </a:lvl1pPr>
          </a:lstStyle>
          <a:p>
            <a:pPr>
              <a:defRPr/>
            </a:pPr>
            <a:endParaRPr lang="en-US" altLang="ko-KR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48131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5630301" y="2"/>
            <a:ext cx="4306740" cy="3399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2678" tIns="46341" rIns="92678" bIns="46341" numCol="1" anchor="t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pPr>
              <a:defRPr/>
            </a:pPr>
            <a:endParaRPr lang="en-US" altLang="ko-KR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48132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4" y="6466171"/>
            <a:ext cx="4306740" cy="3399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2678" tIns="46341" rIns="92678" bIns="46341" numCol="1" anchor="b" anchorCtr="0" compatLnSpc="1">
            <a:prstTxWarp prst="textNoShape">
              <a:avLst/>
            </a:prstTxWarp>
          </a:bodyPr>
          <a:lstStyle>
            <a:lvl1pPr>
              <a:defRPr sz="1200"/>
            </a:lvl1pPr>
          </a:lstStyle>
          <a:p>
            <a:pPr>
              <a:defRPr/>
            </a:pPr>
            <a:r>
              <a:rPr lang="en-US" altLang="ko-KR" dirty="0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1</a:t>
            </a:r>
            <a:endParaRPr lang="en-US" altLang="ko-KR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48133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5630301" y="6466171"/>
            <a:ext cx="4306740" cy="3399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2678" tIns="46341" rIns="92678" bIns="46341" numCol="1" anchor="b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pPr>
              <a:defRPr/>
            </a:pPr>
            <a:fld id="{0D8787D3-E3BE-411B-8CBD-52C0E9B041B0}" type="slidenum">
              <a:rPr lang="en-US" altLang="ko-KR">
                <a:latin typeface="맑은 고딕" panose="020B0503020000020004" pitchFamily="50" charset="-127"/>
                <a:ea typeface="맑은 고딕" panose="020B0503020000020004" pitchFamily="50" charset="-127"/>
              </a:rPr>
              <a:pPr>
                <a:defRPr/>
              </a:pPr>
              <a:t>‹#›</a:t>
            </a:fld>
            <a:endParaRPr lang="en-US" altLang="ko-KR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sldNum="0" hd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9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54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4" y="2"/>
            <a:ext cx="4306740" cy="3399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2678" tIns="46341" rIns="92678" bIns="46341" numCol="1" anchor="t" anchorCtr="0" compatLnSpc="1">
            <a:prstTxWarp prst="textNoShape">
              <a:avLst/>
            </a:prstTxWarp>
          </a:bodyPr>
          <a:lstStyle>
            <a:lvl1pPr>
              <a:defRPr sz="1200"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endParaRPr lang="en-US" altLang="ko-KR" dirty="0"/>
          </a:p>
        </p:txBody>
      </p:sp>
      <p:sp>
        <p:nvSpPr>
          <p:cNvPr id="49155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5630301" y="2"/>
            <a:ext cx="4306740" cy="3399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2678" tIns="46341" rIns="92678" bIns="46341" numCol="1" anchor="t" anchorCtr="0" compatLnSpc="1">
            <a:prstTxWarp prst="textNoShape">
              <a:avLst/>
            </a:prstTxWarp>
          </a:bodyPr>
          <a:lstStyle>
            <a:lvl1pPr algn="r">
              <a:defRPr sz="1200"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endParaRPr lang="en-US" altLang="ko-KR" dirty="0"/>
          </a:p>
        </p:txBody>
      </p:sp>
      <p:sp>
        <p:nvSpPr>
          <p:cNvPr id="10244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3267075" y="511175"/>
            <a:ext cx="3405188" cy="25527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49157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994395" y="3233646"/>
            <a:ext cx="7950549" cy="306256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2678" tIns="46341" rIns="92678" bIns="46341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ko-KR" altLang="en-US" noProof="0" dirty="0" smtClean="0"/>
              <a:t>마스터 텍스트 스타일을 편집합니다</a:t>
            </a:r>
          </a:p>
          <a:p>
            <a:pPr lvl="1"/>
            <a:r>
              <a:rPr lang="ko-KR" altLang="en-US" noProof="0" dirty="0" smtClean="0"/>
              <a:t>둘째 수준</a:t>
            </a:r>
          </a:p>
          <a:p>
            <a:pPr lvl="2"/>
            <a:r>
              <a:rPr lang="ko-KR" altLang="en-US" noProof="0" dirty="0" smtClean="0"/>
              <a:t>셋째 수준</a:t>
            </a:r>
          </a:p>
          <a:p>
            <a:pPr lvl="3"/>
            <a:r>
              <a:rPr lang="ko-KR" altLang="en-US" noProof="0" dirty="0" smtClean="0"/>
              <a:t>넷째 수준</a:t>
            </a:r>
          </a:p>
          <a:p>
            <a:pPr lvl="4"/>
            <a:r>
              <a:rPr lang="ko-KR" altLang="en-US" noProof="0" dirty="0" smtClean="0"/>
              <a:t>다섯째 수준</a:t>
            </a:r>
          </a:p>
        </p:txBody>
      </p:sp>
      <p:sp>
        <p:nvSpPr>
          <p:cNvPr id="49158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4" y="6466171"/>
            <a:ext cx="4306740" cy="3399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2678" tIns="46341" rIns="92678" bIns="46341" numCol="1" anchor="b" anchorCtr="0" compatLnSpc="1">
            <a:prstTxWarp prst="textNoShape">
              <a:avLst/>
            </a:prstTxWarp>
          </a:bodyPr>
          <a:lstStyle>
            <a:lvl1pPr>
              <a:defRPr sz="1200"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r>
              <a:rPr lang="en-US" altLang="ko-KR" dirty="0" smtClean="0"/>
              <a:t>1</a:t>
            </a:r>
            <a:endParaRPr lang="en-US" altLang="ko-KR" dirty="0"/>
          </a:p>
        </p:txBody>
      </p:sp>
      <p:sp>
        <p:nvSpPr>
          <p:cNvPr id="49159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5630301" y="6466171"/>
            <a:ext cx="4306740" cy="3399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2678" tIns="46341" rIns="92678" bIns="46341" numCol="1" anchor="b" anchorCtr="0" compatLnSpc="1">
            <a:prstTxWarp prst="textNoShape">
              <a:avLst/>
            </a:prstTxWarp>
          </a:bodyPr>
          <a:lstStyle>
            <a:lvl1pPr algn="r">
              <a:defRPr sz="1200"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fld id="{976D00FA-ACDB-4E76-B4C4-8923059EF292}" type="slidenum">
              <a:rPr lang="en-US" altLang="ko-KR" smtClean="0"/>
              <a:pPr>
                <a:defRPr/>
              </a:pPr>
              <a:t>‹#›</a:t>
            </a:fld>
            <a:endParaRPr lang="en-US" altLang="ko-KR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sldNum="0" hdr="0" dt="0"/>
  <p:notesStyle>
    <a:lvl1pPr algn="l" rtl="0" eaLnBrk="0" fontAlgn="base" latinLnBrk="1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맑은 고딕" panose="020B0503020000020004" pitchFamily="50" charset="-127"/>
        <a:ea typeface="맑은 고딕" panose="020B0503020000020004" pitchFamily="50" charset="-127"/>
        <a:cs typeface="+mn-cs"/>
      </a:defRPr>
    </a:lvl1pPr>
    <a:lvl2pPr marL="457200" algn="l" rtl="0" eaLnBrk="0" fontAlgn="base" latinLnBrk="1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맑은 고딕" panose="020B0503020000020004" pitchFamily="50" charset="-127"/>
        <a:ea typeface="맑은 고딕" panose="020B0503020000020004" pitchFamily="50" charset="-127"/>
        <a:cs typeface="+mn-cs"/>
      </a:defRPr>
    </a:lvl2pPr>
    <a:lvl3pPr marL="914400" algn="l" rtl="0" eaLnBrk="0" fontAlgn="base" latinLnBrk="1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맑은 고딕" panose="020B0503020000020004" pitchFamily="50" charset="-127"/>
        <a:ea typeface="맑은 고딕" panose="020B0503020000020004" pitchFamily="50" charset="-127"/>
        <a:cs typeface="+mn-cs"/>
      </a:defRPr>
    </a:lvl3pPr>
    <a:lvl4pPr marL="1371600" algn="l" rtl="0" eaLnBrk="0" fontAlgn="base" latinLnBrk="1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맑은 고딕" panose="020B0503020000020004" pitchFamily="50" charset="-127"/>
        <a:ea typeface="맑은 고딕" panose="020B0503020000020004" pitchFamily="50" charset="-127"/>
        <a:cs typeface="+mn-cs"/>
      </a:defRPr>
    </a:lvl4pPr>
    <a:lvl5pPr marL="1828800" algn="l" rtl="0" eaLnBrk="0" fontAlgn="base" latinLnBrk="1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맑은 고딕" panose="020B0503020000020004" pitchFamily="50" charset="-127"/>
        <a:ea typeface="맑은 고딕" panose="020B0503020000020004" pitchFamily="50" charset="-127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>
          <a:xfrm>
            <a:off x="919163" y="746125"/>
            <a:ext cx="4968875" cy="3727450"/>
          </a:xfrm>
        </p:spPr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F0CF6048-9987-4136-BAB3-07A00732A720}" type="slidenum">
              <a:rPr lang="ko-KR" altLang="en-US" smtClean="0"/>
              <a:pPr>
                <a:defRPr/>
              </a:pPr>
              <a:t>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8125831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6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7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7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7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7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7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7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7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7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7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7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8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8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8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8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8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8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8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8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8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8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9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9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9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ko-KR" altLang="en-US" smtClean="0"/>
              <a:t>마스터 부제목 스타일 편집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endParaRPr lang="en-US" altLang="ko-KR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endParaRPr lang="en-US" altLang="ko-KR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fld id="{C71F5989-0B2C-40D6-A07B-F109FC3A7199}" type="slidenum">
              <a:rPr lang="en-US" altLang="ko-KR" smtClean="0"/>
              <a:pPr>
                <a:defRPr/>
              </a:pPr>
              <a:t>‹#›</a:t>
            </a:fld>
            <a:endParaRPr lang="en-US" altLang="ko-KR" dirty="0"/>
          </a:p>
        </p:txBody>
      </p:sp>
    </p:spTree>
  </p:cSld>
  <p:clrMapOvr>
    <a:masterClrMapping/>
  </p:clrMapOvr>
  <p:transition>
    <p:wipe dir="d"/>
  </p:transition>
  <p:timing>
    <p:tnLst>
      <p:par>
        <p:cTn id="1" dur="indefinite" restart="never" nodeType="tmRoot"/>
      </p:par>
    </p:tnLst>
  </p:timing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endParaRPr lang="en-US" altLang="ko-KR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endParaRPr lang="en-US" altLang="ko-KR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fld id="{6672085B-8B2F-4A51-AFDE-E0DD93C09D73}" type="slidenum">
              <a:rPr lang="en-US" altLang="ko-KR" smtClean="0"/>
              <a:pPr>
                <a:defRPr/>
              </a:pPr>
              <a:t>‹#›</a:t>
            </a:fld>
            <a:endParaRPr lang="en-US" altLang="ko-KR" dirty="0"/>
          </a:p>
        </p:txBody>
      </p:sp>
    </p:spTree>
  </p:cSld>
  <p:clrMapOvr>
    <a:masterClrMapping/>
  </p:clrMapOvr>
  <p:transition>
    <p:wipe dir="d"/>
  </p:transition>
  <p:timing>
    <p:tnLst>
      <p:par>
        <p:cTn id="1" dur="indefinite" restart="never" nodeType="tmRoot"/>
      </p:par>
    </p:tnLst>
  </p:timing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endParaRPr lang="en-US" altLang="ko-KR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endParaRPr lang="en-US" altLang="ko-KR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fld id="{FBAB8F52-FE06-4EAB-AD22-405C07BF39F1}" type="slidenum">
              <a:rPr lang="en-US" altLang="ko-KR" smtClean="0"/>
              <a:pPr>
                <a:defRPr/>
              </a:pPr>
              <a:t>‹#›</a:t>
            </a:fld>
            <a:endParaRPr lang="en-US" altLang="ko-KR" dirty="0"/>
          </a:p>
        </p:txBody>
      </p:sp>
    </p:spTree>
  </p:cSld>
  <p:clrMapOvr>
    <a:masterClrMapping/>
  </p:clrMapOvr>
  <p:transition>
    <p:wipe dir="d"/>
  </p:transition>
  <p:timing>
    <p:tnLst>
      <p:par>
        <p:cTn id="1" dur="indefinite" restart="never" nodeType="tmRoot"/>
      </p:par>
    </p:tnLst>
  </p:timing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endParaRPr lang="en-US" altLang="ko-KR" dirty="0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endParaRPr lang="en-US" altLang="ko-KR" dirty="0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fld id="{2171B0C5-A575-454E-AE3D-D51437ADCC49}" type="slidenum">
              <a:rPr lang="en-US" altLang="ko-KR" smtClean="0"/>
              <a:pPr>
                <a:defRPr/>
              </a:pPr>
              <a:t>‹#›</a:t>
            </a:fld>
            <a:endParaRPr lang="en-US" altLang="ko-KR" dirty="0"/>
          </a:p>
        </p:txBody>
      </p:sp>
    </p:spTree>
  </p:cSld>
  <p:clrMapOvr>
    <a:masterClrMapping/>
  </p:clrMapOvr>
  <p:transition>
    <p:wipe dir="d"/>
  </p:transition>
  <p:timing>
    <p:tnLst>
      <p:par>
        <p:cTn id="1" dur="indefinite" restart="never" nodeType="tmRoot"/>
      </p:par>
    </p:tnLst>
  </p:timing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7" name="날짜 개체 틀 6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endParaRPr lang="en-US" altLang="ko-KR" dirty="0"/>
          </a:p>
        </p:txBody>
      </p:sp>
      <p:sp>
        <p:nvSpPr>
          <p:cNvPr id="8" name="바닥글 개체 틀 7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endParaRPr lang="en-US" altLang="ko-KR" dirty="0"/>
          </a:p>
        </p:txBody>
      </p:sp>
      <p:sp>
        <p:nvSpPr>
          <p:cNvPr id="9" name="슬라이드 번호 개체 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fld id="{8140A7C6-E485-4D33-A61D-B9392FA3146E}" type="slidenum">
              <a:rPr lang="en-US" altLang="ko-KR" smtClean="0"/>
              <a:pPr>
                <a:defRPr/>
              </a:pPr>
              <a:t>‹#›</a:t>
            </a:fld>
            <a:endParaRPr lang="en-US" altLang="ko-KR" dirty="0"/>
          </a:p>
        </p:txBody>
      </p:sp>
    </p:spTree>
  </p:cSld>
  <p:clrMapOvr>
    <a:masterClrMapping/>
  </p:clrMapOvr>
  <p:transition>
    <p:wipe dir="d"/>
  </p:transition>
  <p:timing>
    <p:tnLst>
      <p:par>
        <p:cTn id="1" dur="indefinite" restart="never" nodeType="tmRoot"/>
      </p:par>
    </p:tnLst>
  </p:timing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endParaRPr lang="en-US" altLang="ko-KR" dirty="0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endParaRPr lang="en-US" altLang="ko-KR" dirty="0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fld id="{B71D1729-8FE6-42F7-B221-49EDC1BEAAEA}" type="slidenum">
              <a:rPr lang="en-US" altLang="ko-KR" smtClean="0"/>
              <a:pPr>
                <a:defRPr/>
              </a:pPr>
              <a:t>‹#›</a:t>
            </a:fld>
            <a:endParaRPr lang="en-US" altLang="ko-KR" dirty="0"/>
          </a:p>
        </p:txBody>
      </p:sp>
    </p:spTree>
  </p:cSld>
  <p:clrMapOvr>
    <a:masterClrMapping/>
  </p:clrMapOvr>
  <p:transition>
    <p:wipe dir="d"/>
  </p:transition>
  <p:timing>
    <p:tnLst>
      <p:par>
        <p:cTn id="1" dur="indefinite" restart="never" nodeType="tmRoot"/>
      </p:par>
    </p:tnLst>
  </p:timing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그림 14"/>
          <p:cNvPicPr>
            <a:picLocks noChangeAspect="1"/>
          </p:cNvPicPr>
          <p:nvPr userDrawn="1"/>
        </p:nvPicPr>
        <p:blipFill>
          <a:blip cstate="print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artisticCrisscrossEtching trans="10000" pressure="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36512" y="5457"/>
            <a:ext cx="9180512" cy="6530758"/>
          </a:xfrm>
          <a:prstGeom prst="rect">
            <a:avLst/>
          </a:prstGeom>
          <a:effectLst>
            <a:softEdge rad="1270000"/>
          </a:effectLst>
        </p:spPr>
      </p:pic>
      <p:sp>
        <p:nvSpPr>
          <p:cNvPr id="16" name="TextBox 15"/>
          <p:cNvSpPr txBox="1"/>
          <p:nvPr userDrawn="1"/>
        </p:nvSpPr>
        <p:spPr>
          <a:xfrm>
            <a:off x="4357686" y="6573997"/>
            <a:ext cx="428628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fld id="{5735533F-C62C-4307-9F1D-914B235333A8}" type="slidenum">
              <a:rPr lang="ko-KR" altLang="en-US" sz="1000" baseline="0" smtClean="0">
                <a:latin typeface="돋움" pitchFamily="50" charset="-127"/>
                <a:ea typeface="돋움" pitchFamily="50" charset="-127"/>
              </a:rPr>
              <a:pPr/>
              <a:t>‹#›</a:t>
            </a:fld>
            <a:endParaRPr lang="ko-KR" altLang="en-US" sz="1000" baseline="0" dirty="0">
              <a:latin typeface="돋움" pitchFamily="50" charset="-127"/>
              <a:ea typeface="돋움" pitchFamily="50" charset="-127"/>
            </a:endParaRPr>
          </a:p>
        </p:txBody>
      </p:sp>
    </p:spTree>
  </p:cSld>
  <p:clrMapOvr>
    <a:masterClrMapping/>
  </p:clrMapOvr>
  <p:transition>
    <p:wipe dir="d"/>
  </p:transition>
  <p:timing>
    <p:tnLst>
      <p:par>
        <p:cTn id="1" dur="indefinite" restart="never" nodeType="tmRoot"/>
      </p:par>
    </p:tnLst>
  </p:timing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사용자 지정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endParaRPr lang="en-US" altLang="ko-KR" dirty="0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endParaRPr lang="en-US" altLang="ko-KR" dirty="0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r>
              <a:rPr lang="en-US" altLang="ko-KR" dirty="0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1</a:t>
            </a:r>
            <a:fld id="{6E6CDC42-1F63-4428-B3BB-75D22C1B2BB3}" type="slidenum">
              <a:rPr lang="en-US" altLang="ko-KR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pPr>
                <a:defRPr/>
              </a:pPr>
              <a:t>‹#›</a:t>
            </a:fld>
            <a:endParaRPr lang="en-US" altLang="ko-KR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</p:spTree>
  </p:cSld>
  <p:clrMapOvr>
    <a:masterClrMapping/>
  </p:clrMapOvr>
  <p:transition>
    <p:wipe dir="d"/>
  </p:transition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사용자 지정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endParaRPr lang="en-US" altLang="ko-KR" dirty="0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endParaRPr lang="en-US" altLang="ko-KR" dirty="0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fld id="{6E6CDC42-1F63-4428-B3BB-75D22C1B2BB3}" type="slidenum">
              <a:rPr lang="en-US" altLang="ko-KR" smtClean="0"/>
              <a:pPr>
                <a:defRPr/>
              </a:pPr>
              <a:t>‹#›</a:t>
            </a:fld>
            <a:endParaRPr lang="en-US" altLang="ko-KR" dirty="0"/>
          </a:p>
        </p:txBody>
      </p:sp>
    </p:spTree>
  </p:cSld>
  <p:clrMapOvr>
    <a:masterClrMapping/>
  </p:clrMapOvr>
  <p:transition>
    <p:wipe dir="d"/>
  </p:transition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슬라이드 번호 개체 틀 4"/>
          <p:cNvSpPr>
            <a:spLocks noGrp="1"/>
          </p:cNvSpPr>
          <p:nvPr>
            <p:ph type="sldNum" sz="quarter" idx="12"/>
          </p:nvPr>
        </p:nvSpPr>
        <p:spPr>
          <a:xfrm>
            <a:off x="3214678" y="6492875"/>
            <a:ext cx="2133600" cy="365125"/>
          </a:xfrm>
        </p:spPr>
        <p:txBody>
          <a:bodyPr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fld id="{6E6CDC42-1F63-4428-B3BB-75D22C1B2BB3}" type="slidenum">
              <a:rPr lang="en-US" altLang="ko-KR" smtClean="0"/>
              <a:pPr>
                <a:defRPr/>
              </a:pPr>
              <a:t>‹#›</a:t>
            </a:fld>
            <a:endParaRPr lang="en-US" altLang="ko-KR" dirty="0"/>
          </a:p>
        </p:txBody>
      </p:sp>
    </p:spTree>
  </p:cSld>
  <p:clrMapOvr>
    <a:masterClrMapping/>
  </p:clrMapOvr>
  <p:transition>
    <p:wipe dir="d"/>
  </p:transition>
  <p:timing>
    <p:tnLst>
      <p:par>
        <p:cTn id="1" dur="indefinite" restart="never" nodeType="tmRoot"/>
      </p:par>
    </p:tnLst>
  </p:timing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endParaRPr lang="en-US" altLang="ko-KR" dirty="0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endParaRPr lang="en-US" altLang="ko-KR" dirty="0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fld id="{B0465BDB-E0F8-47EA-A8B6-865B92D92D42}" type="slidenum">
              <a:rPr lang="en-US" altLang="ko-KR" smtClean="0"/>
              <a:pPr>
                <a:defRPr/>
              </a:pPr>
              <a:t>‹#›</a:t>
            </a:fld>
            <a:endParaRPr lang="en-US" altLang="ko-KR" dirty="0"/>
          </a:p>
        </p:txBody>
      </p:sp>
    </p:spTree>
  </p:cSld>
  <p:clrMapOvr>
    <a:masterClrMapping/>
  </p:clrMapOvr>
  <p:transition>
    <p:wipe dir="d"/>
  </p:transition>
  <p:timing>
    <p:tnLst>
      <p:par>
        <p:cTn id="1" dur="indefinite" restart="never" nodeType="tmRoot"/>
      </p:par>
    </p:tnLst>
  </p:timing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p:transition>
    <p:wipe dir="d"/>
  </p:transition>
  <p:timing>
    <p:tnLst>
      <p:par>
        <p:cTn id="1" dur="indefinite" restart="never" nodeType="tmRoot"/>
      </p:par>
    </p:tnLst>
  </p:timing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endParaRPr lang="en-US" altLang="ko-KR" dirty="0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endParaRPr lang="en-US" altLang="ko-KR" dirty="0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fld id="{8DBCAAB8-C411-493F-8989-7E976C3EBB5A}" type="slidenum">
              <a:rPr lang="en-US" altLang="ko-KR" smtClean="0"/>
              <a:pPr>
                <a:defRPr/>
              </a:pPr>
              <a:t>‹#›</a:t>
            </a:fld>
            <a:endParaRPr lang="en-US" altLang="ko-KR" dirty="0"/>
          </a:p>
        </p:txBody>
      </p:sp>
    </p:spTree>
  </p:cSld>
  <p:clrMapOvr>
    <a:masterClrMapping/>
  </p:clrMapOvr>
  <p:transition>
    <p:wipe dir="d"/>
  </p:transition>
  <p:timing>
    <p:tnLst>
      <p:par>
        <p:cTn id="1" dur="indefinite" restart="never" nodeType="tmRoot"/>
      </p:par>
    </p:tnLst>
  </p:timing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endParaRPr lang="en-US" altLang="ko-KR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endParaRPr lang="en-US" altLang="ko-KR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fld id="{9EE652E9-3C82-43B5-B58B-8F7A3F3DA9A8}" type="slidenum">
              <a:rPr lang="en-US" altLang="ko-KR" smtClean="0"/>
              <a:pPr>
                <a:defRPr/>
              </a:pPr>
              <a:t>‹#›</a:t>
            </a:fld>
            <a:endParaRPr lang="en-US" altLang="ko-KR" dirty="0"/>
          </a:p>
        </p:txBody>
      </p:sp>
    </p:spTree>
  </p:cSld>
  <p:clrMapOvr>
    <a:masterClrMapping/>
  </p:clrMapOvr>
  <p:transition>
    <p:wipe dir="d"/>
  </p:transition>
  <p:timing>
    <p:tnLst>
      <p:par>
        <p:cTn id="1" dur="indefinite" restart="never" nodeType="tmRoot"/>
      </p:par>
    </p:tnLst>
  </p:timing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endParaRPr lang="en-US" altLang="ko-KR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endParaRPr lang="en-US" altLang="ko-KR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fld id="{1905DFA1-E019-4196-B665-D0FED29EC654}" type="slidenum">
              <a:rPr lang="en-US" altLang="ko-KR" smtClean="0"/>
              <a:pPr>
                <a:defRPr/>
              </a:pPr>
              <a:t>‹#›</a:t>
            </a:fld>
            <a:endParaRPr lang="en-US" altLang="ko-KR" dirty="0"/>
          </a:p>
        </p:txBody>
      </p:sp>
    </p:spTree>
  </p:cSld>
  <p:clrMapOvr>
    <a:masterClrMapping/>
  </p:clrMapOvr>
  <p:transition>
    <p:wipe dir="d"/>
  </p:transition>
  <p:timing>
    <p:tnLst>
      <p:par>
        <p:cTn id="1" dur="indefinite" restart="never" nodeType="tmRoot"/>
      </p:par>
    </p:tnLst>
  </p:timing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ko-KR" altLang="en-US" smtClean="0"/>
              <a:t>마스터 부제목 스타일 편집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E714A5-6135-4F76-9637-B341E202CA81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E714A5-6135-4F76-9637-B341E202CA81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E714A5-6135-4F76-9637-B341E202CA81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E714A5-6135-4F76-9637-B341E202CA81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7" name="날짜 개체 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8" name="바닥글 개체 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E714A5-6135-4F76-9637-B341E202CA81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E714A5-6135-4F76-9637-B341E202CA81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바닥글 개체 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E714A5-6135-4F76-9637-B341E202CA81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E714A5-6135-4F76-9637-B341E202CA81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E714A5-6135-4F76-9637-B341E202CA81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E714A5-6135-4F76-9637-B341E202CA81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E714A5-6135-4F76-9637-B341E202CA81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ko-KR" altLang="en-US" smtClean="0"/>
              <a:t>마스터 부제목 스타일 편집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51F071-05C4-4C3E-9791-815D7ED779DB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51F071-05C4-4C3E-9791-815D7ED779DB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51F071-05C4-4C3E-9791-815D7ED779DB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51F071-05C4-4C3E-9791-815D7ED779DB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7" name="날짜 개체 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8" name="바닥글 개체 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51F071-05C4-4C3E-9791-815D7ED779DB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51F071-05C4-4C3E-9791-815D7ED779DB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바닥글 개체 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51F071-05C4-4C3E-9791-815D7ED779DB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51F071-05C4-4C3E-9791-815D7ED779DB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51F071-05C4-4C3E-9791-815D7ED779DB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51F071-05C4-4C3E-9791-815D7ED779DB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51F071-05C4-4C3E-9791-815D7ED779DB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ko-KR" altLang="en-US" smtClean="0"/>
              <a:t>마스터 부제목 스타일 편집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207E6D-7E9C-4691-A667-C1598ABFBF35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207E6D-7E9C-4691-A667-C1598ABFBF35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207E6D-7E9C-4691-A667-C1598ABFBF35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207E6D-7E9C-4691-A667-C1598ABFBF35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7" name="날짜 개체 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8" name="바닥글 개체 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207E6D-7E9C-4691-A667-C1598ABFBF35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207E6D-7E9C-4691-A667-C1598ABFBF35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바닥글 개체 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207E6D-7E9C-4691-A667-C1598ABFBF35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207E6D-7E9C-4691-A667-C1598ABFBF35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207E6D-7E9C-4691-A667-C1598ABFBF35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207E6D-7E9C-4691-A667-C1598ABFBF35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207E6D-7E9C-4691-A667-C1598ABFBF35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ko-KR" altLang="en-US" smtClean="0"/>
              <a:t>마스터 부제목 스타일 편집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5E3CE7-ADDD-4E54-B2EB-FDB579444BB4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5E3CE7-ADDD-4E54-B2EB-FDB579444BB4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5E3CE7-ADDD-4E54-B2EB-FDB579444BB4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5E3CE7-ADDD-4E54-B2EB-FDB579444BB4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7" name="날짜 개체 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8" name="바닥글 개체 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5E3CE7-ADDD-4E54-B2EB-FDB579444BB4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5E3CE7-ADDD-4E54-B2EB-FDB579444BB4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바닥글 개체 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5E3CE7-ADDD-4E54-B2EB-FDB579444BB4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56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5E3CE7-ADDD-4E54-B2EB-FDB579444BB4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57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5E3CE7-ADDD-4E54-B2EB-FDB579444BB4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58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5E3CE7-ADDD-4E54-B2EB-FDB579444BB4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5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5E3CE7-ADDD-4E54-B2EB-FDB579444BB4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6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ko-KR" altLang="en-US" smtClean="0"/>
              <a:t>마스터 부제목 스타일 편집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5DC286-5534-4F7E-B9BF-5F9DBDFBD335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6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5DC286-5534-4F7E-B9BF-5F9DBDFBD335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62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5DC286-5534-4F7E-B9BF-5F9DBDFBD335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63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5DC286-5534-4F7E-B9BF-5F9DBDFBD335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64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7" name="날짜 개체 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8" name="바닥글 개체 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5DC286-5534-4F7E-B9BF-5F9DBDFBD335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6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5DC286-5534-4F7E-B9BF-5F9DBDFBD335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6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바닥글 개체 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5DC286-5534-4F7E-B9BF-5F9DBDFBD335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67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5DC286-5534-4F7E-B9BF-5F9DBDFBD335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68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5DC286-5534-4F7E-B9BF-5F9DBDFBD335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6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5DC286-5534-4F7E-B9BF-5F9DBDFBD335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7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5DC286-5534-4F7E-B9BF-5F9DBDFBD335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7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ko-KR" altLang="en-US" smtClean="0"/>
              <a:t>마스터 부제목 스타일 편집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8D370C-9224-43F7-9CEC-E122B8F37E9D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7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8D370C-9224-43F7-9CEC-E122B8F37E9D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7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8D370C-9224-43F7-9CEC-E122B8F37E9D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7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8D370C-9224-43F7-9CEC-E122B8F37E9D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7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7" name="날짜 개체 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8" name="바닥글 개체 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8D370C-9224-43F7-9CEC-E122B8F37E9D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7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8D370C-9224-43F7-9CEC-E122B8F37E9D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7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바닥글 개체 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8D370C-9224-43F7-9CEC-E122B8F37E9D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7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8D370C-9224-43F7-9CEC-E122B8F37E9D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7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8D370C-9224-43F7-9CEC-E122B8F37E9D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8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8D370C-9224-43F7-9CEC-E122B8F37E9D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8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8D370C-9224-43F7-9CEC-E122B8F37E9D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8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ko-KR" altLang="en-US" smtClean="0"/>
              <a:t>마스터 부제목 스타일 편집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BEBEB2-29C0-451F-9B19-92F32EE82665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8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BEBEB2-29C0-451F-9B19-92F32EE82665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8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BEBEB2-29C0-451F-9B19-92F32EE82665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8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BEBEB2-29C0-451F-9B19-92F32EE82665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8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7" name="날짜 개체 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8" name="바닥글 개체 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BEBEB2-29C0-451F-9B19-92F32EE82665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8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BEBEB2-29C0-451F-9B19-92F32EE82665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8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바닥글 개체 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BEBEB2-29C0-451F-9B19-92F32EE82665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8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BEBEB2-29C0-451F-9B19-92F32EE82665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9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BEBEB2-29C0-451F-9B19-92F32EE82665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9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BEBEB2-29C0-451F-9B19-92F32EE82665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9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BEBEB2-29C0-451F-9B19-92F32EE82665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image" Target="../media/image2.png"/><Relationship Id="rId2" Type="http://schemas.openxmlformats.org/officeDocument/2006/relationships/slideLayout" Target="../slideLayouts/slideLayout2.xml"/><Relationship Id="rId16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3.xml"/><Relationship Id="rId3" Type="http://schemas.openxmlformats.org/officeDocument/2006/relationships/slideLayout" Target="../slideLayouts/slideLayout18.xml"/><Relationship Id="rId7" Type="http://schemas.openxmlformats.org/officeDocument/2006/relationships/slideLayout" Target="../slideLayouts/slideLayout22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7.xml"/><Relationship Id="rId1" Type="http://schemas.openxmlformats.org/officeDocument/2006/relationships/slideLayout" Target="../slideLayouts/slideLayout16.xml"/><Relationship Id="rId6" Type="http://schemas.openxmlformats.org/officeDocument/2006/relationships/slideLayout" Target="../slideLayouts/slideLayout21.xml"/><Relationship Id="rId11" Type="http://schemas.openxmlformats.org/officeDocument/2006/relationships/slideLayout" Target="../slideLayouts/slideLayout26.xml"/><Relationship Id="rId5" Type="http://schemas.openxmlformats.org/officeDocument/2006/relationships/slideLayout" Target="../slideLayouts/slideLayout20.xml"/><Relationship Id="rId10" Type="http://schemas.openxmlformats.org/officeDocument/2006/relationships/slideLayout" Target="../slideLayouts/slideLayout25.xml"/><Relationship Id="rId4" Type="http://schemas.openxmlformats.org/officeDocument/2006/relationships/slideLayout" Target="../slideLayouts/slideLayout19.xml"/><Relationship Id="rId9" Type="http://schemas.openxmlformats.org/officeDocument/2006/relationships/slideLayout" Target="../slideLayouts/slideLayout24.xml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34.xml"/><Relationship Id="rId3" Type="http://schemas.openxmlformats.org/officeDocument/2006/relationships/slideLayout" Target="../slideLayouts/slideLayout29.xml"/><Relationship Id="rId7" Type="http://schemas.openxmlformats.org/officeDocument/2006/relationships/slideLayout" Target="../slideLayouts/slideLayout33.xml"/><Relationship Id="rId12" Type="http://schemas.openxmlformats.org/officeDocument/2006/relationships/theme" Target="../theme/theme3.xml"/><Relationship Id="rId2" Type="http://schemas.openxmlformats.org/officeDocument/2006/relationships/slideLayout" Target="../slideLayouts/slideLayout28.xml"/><Relationship Id="rId1" Type="http://schemas.openxmlformats.org/officeDocument/2006/relationships/slideLayout" Target="../slideLayouts/slideLayout27.xml"/><Relationship Id="rId6" Type="http://schemas.openxmlformats.org/officeDocument/2006/relationships/slideLayout" Target="../slideLayouts/slideLayout32.xml"/><Relationship Id="rId11" Type="http://schemas.openxmlformats.org/officeDocument/2006/relationships/slideLayout" Target="../slideLayouts/slideLayout37.xml"/><Relationship Id="rId5" Type="http://schemas.openxmlformats.org/officeDocument/2006/relationships/slideLayout" Target="../slideLayouts/slideLayout31.xml"/><Relationship Id="rId10" Type="http://schemas.openxmlformats.org/officeDocument/2006/relationships/slideLayout" Target="../slideLayouts/slideLayout36.xml"/><Relationship Id="rId4" Type="http://schemas.openxmlformats.org/officeDocument/2006/relationships/slideLayout" Target="../slideLayouts/slideLayout30.xml"/><Relationship Id="rId9" Type="http://schemas.openxmlformats.org/officeDocument/2006/relationships/slideLayout" Target="../slideLayouts/slideLayout35.xml"/></Relationships>
</file>

<file path=ppt/slideMasters/_rels/slideMaster4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45.xml"/><Relationship Id="rId3" Type="http://schemas.openxmlformats.org/officeDocument/2006/relationships/slideLayout" Target="../slideLayouts/slideLayout40.xml"/><Relationship Id="rId7" Type="http://schemas.openxmlformats.org/officeDocument/2006/relationships/slideLayout" Target="../slideLayouts/slideLayout44.xml"/><Relationship Id="rId12" Type="http://schemas.openxmlformats.org/officeDocument/2006/relationships/theme" Target="../theme/theme4.xml"/><Relationship Id="rId2" Type="http://schemas.openxmlformats.org/officeDocument/2006/relationships/slideLayout" Target="../slideLayouts/slideLayout39.xml"/><Relationship Id="rId1" Type="http://schemas.openxmlformats.org/officeDocument/2006/relationships/slideLayout" Target="../slideLayouts/slideLayout38.xml"/><Relationship Id="rId6" Type="http://schemas.openxmlformats.org/officeDocument/2006/relationships/slideLayout" Target="../slideLayouts/slideLayout43.xml"/><Relationship Id="rId11" Type="http://schemas.openxmlformats.org/officeDocument/2006/relationships/slideLayout" Target="../slideLayouts/slideLayout48.xml"/><Relationship Id="rId5" Type="http://schemas.openxmlformats.org/officeDocument/2006/relationships/slideLayout" Target="../slideLayouts/slideLayout42.xml"/><Relationship Id="rId10" Type="http://schemas.openxmlformats.org/officeDocument/2006/relationships/slideLayout" Target="../slideLayouts/slideLayout47.xml"/><Relationship Id="rId4" Type="http://schemas.openxmlformats.org/officeDocument/2006/relationships/slideLayout" Target="../slideLayouts/slideLayout41.xml"/><Relationship Id="rId9" Type="http://schemas.openxmlformats.org/officeDocument/2006/relationships/slideLayout" Target="../slideLayouts/slideLayout46.xml"/></Relationships>
</file>

<file path=ppt/slideMasters/_rels/slideMaster5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56.xml"/><Relationship Id="rId3" Type="http://schemas.openxmlformats.org/officeDocument/2006/relationships/slideLayout" Target="../slideLayouts/slideLayout51.xml"/><Relationship Id="rId7" Type="http://schemas.openxmlformats.org/officeDocument/2006/relationships/slideLayout" Target="../slideLayouts/slideLayout55.xml"/><Relationship Id="rId12" Type="http://schemas.openxmlformats.org/officeDocument/2006/relationships/theme" Target="../theme/theme5.xml"/><Relationship Id="rId2" Type="http://schemas.openxmlformats.org/officeDocument/2006/relationships/slideLayout" Target="../slideLayouts/slideLayout50.xml"/><Relationship Id="rId1" Type="http://schemas.openxmlformats.org/officeDocument/2006/relationships/slideLayout" Target="../slideLayouts/slideLayout49.xml"/><Relationship Id="rId6" Type="http://schemas.openxmlformats.org/officeDocument/2006/relationships/slideLayout" Target="../slideLayouts/slideLayout54.xml"/><Relationship Id="rId11" Type="http://schemas.openxmlformats.org/officeDocument/2006/relationships/slideLayout" Target="../slideLayouts/slideLayout59.xml"/><Relationship Id="rId5" Type="http://schemas.openxmlformats.org/officeDocument/2006/relationships/slideLayout" Target="../slideLayouts/slideLayout53.xml"/><Relationship Id="rId10" Type="http://schemas.openxmlformats.org/officeDocument/2006/relationships/slideLayout" Target="../slideLayouts/slideLayout58.xml"/><Relationship Id="rId4" Type="http://schemas.openxmlformats.org/officeDocument/2006/relationships/slideLayout" Target="../slideLayouts/slideLayout52.xml"/><Relationship Id="rId9" Type="http://schemas.openxmlformats.org/officeDocument/2006/relationships/slideLayout" Target="../slideLayouts/slideLayout57.xml"/></Relationships>
</file>

<file path=ppt/slideMasters/_rels/slideMaster6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67.xml"/><Relationship Id="rId3" Type="http://schemas.openxmlformats.org/officeDocument/2006/relationships/slideLayout" Target="../slideLayouts/slideLayout62.xml"/><Relationship Id="rId7" Type="http://schemas.openxmlformats.org/officeDocument/2006/relationships/slideLayout" Target="../slideLayouts/slideLayout66.xml"/><Relationship Id="rId12" Type="http://schemas.openxmlformats.org/officeDocument/2006/relationships/theme" Target="../theme/theme6.xml"/><Relationship Id="rId2" Type="http://schemas.openxmlformats.org/officeDocument/2006/relationships/slideLayout" Target="../slideLayouts/slideLayout61.xml"/><Relationship Id="rId1" Type="http://schemas.openxmlformats.org/officeDocument/2006/relationships/slideLayout" Target="../slideLayouts/slideLayout60.xml"/><Relationship Id="rId6" Type="http://schemas.openxmlformats.org/officeDocument/2006/relationships/slideLayout" Target="../slideLayouts/slideLayout65.xml"/><Relationship Id="rId11" Type="http://schemas.openxmlformats.org/officeDocument/2006/relationships/slideLayout" Target="../slideLayouts/slideLayout70.xml"/><Relationship Id="rId5" Type="http://schemas.openxmlformats.org/officeDocument/2006/relationships/slideLayout" Target="../slideLayouts/slideLayout64.xml"/><Relationship Id="rId10" Type="http://schemas.openxmlformats.org/officeDocument/2006/relationships/slideLayout" Target="../slideLayouts/slideLayout69.xml"/><Relationship Id="rId4" Type="http://schemas.openxmlformats.org/officeDocument/2006/relationships/slideLayout" Target="../slideLayouts/slideLayout63.xml"/><Relationship Id="rId9" Type="http://schemas.openxmlformats.org/officeDocument/2006/relationships/slideLayout" Target="../slideLayouts/slideLayout68.xml"/></Relationships>
</file>

<file path=ppt/slideMasters/_rels/slideMaster7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78.xml"/><Relationship Id="rId3" Type="http://schemas.openxmlformats.org/officeDocument/2006/relationships/slideLayout" Target="../slideLayouts/slideLayout73.xml"/><Relationship Id="rId7" Type="http://schemas.openxmlformats.org/officeDocument/2006/relationships/slideLayout" Target="../slideLayouts/slideLayout77.xml"/><Relationship Id="rId12" Type="http://schemas.openxmlformats.org/officeDocument/2006/relationships/theme" Target="../theme/theme7.xml"/><Relationship Id="rId2" Type="http://schemas.openxmlformats.org/officeDocument/2006/relationships/slideLayout" Target="../slideLayouts/slideLayout72.xml"/><Relationship Id="rId1" Type="http://schemas.openxmlformats.org/officeDocument/2006/relationships/slideLayout" Target="../slideLayouts/slideLayout71.xml"/><Relationship Id="rId6" Type="http://schemas.openxmlformats.org/officeDocument/2006/relationships/slideLayout" Target="../slideLayouts/slideLayout76.xml"/><Relationship Id="rId11" Type="http://schemas.openxmlformats.org/officeDocument/2006/relationships/slideLayout" Target="../slideLayouts/slideLayout81.xml"/><Relationship Id="rId5" Type="http://schemas.openxmlformats.org/officeDocument/2006/relationships/slideLayout" Target="../slideLayouts/slideLayout75.xml"/><Relationship Id="rId10" Type="http://schemas.openxmlformats.org/officeDocument/2006/relationships/slideLayout" Target="../slideLayouts/slideLayout80.xml"/><Relationship Id="rId4" Type="http://schemas.openxmlformats.org/officeDocument/2006/relationships/slideLayout" Target="../slideLayouts/slideLayout74.xml"/><Relationship Id="rId9" Type="http://schemas.openxmlformats.org/officeDocument/2006/relationships/slideLayout" Target="../slideLayouts/slideLayout79.xml"/></Relationships>
</file>

<file path=ppt/slideMasters/_rels/slideMaster8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9.xml"/><Relationship Id="rId3" Type="http://schemas.openxmlformats.org/officeDocument/2006/relationships/slideLayout" Target="../slideLayouts/slideLayout84.xml"/><Relationship Id="rId7" Type="http://schemas.openxmlformats.org/officeDocument/2006/relationships/slideLayout" Target="../slideLayouts/slideLayout88.xml"/><Relationship Id="rId12" Type="http://schemas.openxmlformats.org/officeDocument/2006/relationships/theme" Target="../theme/theme8.xml"/><Relationship Id="rId2" Type="http://schemas.openxmlformats.org/officeDocument/2006/relationships/slideLayout" Target="../slideLayouts/slideLayout83.xml"/><Relationship Id="rId1" Type="http://schemas.openxmlformats.org/officeDocument/2006/relationships/slideLayout" Target="../slideLayouts/slideLayout82.xml"/><Relationship Id="rId6" Type="http://schemas.openxmlformats.org/officeDocument/2006/relationships/slideLayout" Target="../slideLayouts/slideLayout87.xml"/><Relationship Id="rId11" Type="http://schemas.openxmlformats.org/officeDocument/2006/relationships/slideLayout" Target="../slideLayouts/slideLayout92.xml"/><Relationship Id="rId5" Type="http://schemas.openxmlformats.org/officeDocument/2006/relationships/slideLayout" Target="../slideLayouts/slideLayout86.xml"/><Relationship Id="rId10" Type="http://schemas.openxmlformats.org/officeDocument/2006/relationships/slideLayout" Target="../slideLayouts/slideLayout91.xml"/><Relationship Id="rId4" Type="http://schemas.openxmlformats.org/officeDocument/2006/relationships/slideLayout" Target="../slideLayouts/slideLayout85.xml"/><Relationship Id="rId9" Type="http://schemas.openxmlformats.org/officeDocument/2006/relationships/slideLayout" Target="../slideLayouts/slideLayout9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457200" y="116632"/>
            <a:ext cx="6096000" cy="393799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ko-KR" altLang="en-US" dirty="0" smtClean="0"/>
              <a:t>마스터 제목 스타일 편집</a:t>
            </a:r>
            <a:endParaRPr lang="ko-KR" altLang="en-US" dirty="0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 dirty="0" smtClean="0"/>
              <a:t>마스터 텍스트 스타일을 편집합니다</a:t>
            </a:r>
          </a:p>
          <a:p>
            <a:pPr lvl="1"/>
            <a:r>
              <a:rPr lang="ko-KR" altLang="en-US" dirty="0" smtClean="0"/>
              <a:t>둘째 수준</a:t>
            </a:r>
          </a:p>
          <a:p>
            <a:pPr lvl="2"/>
            <a:r>
              <a:rPr lang="ko-KR" altLang="en-US" dirty="0" smtClean="0"/>
              <a:t>셋째 수준</a:t>
            </a:r>
          </a:p>
          <a:p>
            <a:pPr lvl="3"/>
            <a:r>
              <a:rPr lang="ko-KR" altLang="en-US" dirty="0" smtClean="0"/>
              <a:t>넷째 수준</a:t>
            </a:r>
          </a:p>
          <a:p>
            <a:pPr lvl="4"/>
            <a:r>
              <a:rPr lang="ko-KR" altLang="en-US" dirty="0" smtClean="0"/>
              <a:t>다섯째 수준</a:t>
            </a:r>
            <a:endParaRPr lang="ko-KR" altLang="en-US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4670648" y="6553200"/>
            <a:ext cx="549424" cy="38789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r>
              <a:rPr lang="en-US" altLang="ko-KR" dirty="0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1</a:t>
            </a:r>
            <a:fld id="{6E6CDC42-1F63-4428-B3BB-75D22C1B2BB3}" type="slidenum">
              <a:rPr lang="en-US" altLang="ko-KR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pPr>
                <a:defRPr/>
              </a:pPr>
              <a:t>‹#›</a:t>
            </a:fld>
            <a:endParaRPr lang="en-US" altLang="ko-KR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7" name="Rectangle 25"/>
          <p:cNvSpPr>
            <a:spLocks noChangeArrowheads="1"/>
          </p:cNvSpPr>
          <p:nvPr userDrawn="1"/>
        </p:nvSpPr>
        <p:spPr bwMode="auto">
          <a:xfrm>
            <a:off x="0" y="548680"/>
            <a:ext cx="9144000" cy="74712"/>
          </a:xfrm>
          <a:prstGeom prst="rect">
            <a:avLst/>
          </a:prstGeom>
          <a:gradFill>
            <a:gsLst>
              <a:gs pos="0">
                <a:schemeClr val="accent1">
                  <a:lumMod val="50000"/>
                </a:schemeClr>
              </a:gs>
              <a:gs pos="80000">
                <a:schemeClr val="accent1">
                  <a:lumMod val="75000"/>
                </a:schemeClr>
              </a:gs>
              <a:gs pos="100000">
                <a:schemeClr val="accent1">
                  <a:lumMod val="60000"/>
                  <a:lumOff val="40000"/>
                </a:schemeClr>
              </a:gs>
            </a:gsLst>
          </a:gradFill>
          <a:ln/>
          <a:extLst/>
        </p:spPr>
        <p:style>
          <a:lnRef idx="1">
            <a:schemeClr val="accent4"/>
          </a:lnRef>
          <a:fillRef idx="3">
            <a:schemeClr val="accent4"/>
          </a:fillRef>
          <a:effectRef idx="2">
            <a:schemeClr val="accent4"/>
          </a:effectRef>
          <a:fontRef idx="minor">
            <a:schemeClr val="lt1"/>
          </a:fontRef>
        </p:style>
        <p:txBody>
          <a:bodyPr lIns="91428" tIns="45714" rIns="91428" bIns="45714" anchor="ctr"/>
          <a:lstStyle/>
          <a:p>
            <a:pPr eaLnBrk="1" hangingPunct="1">
              <a:defRPr/>
            </a:pPr>
            <a:endParaRPr kumimoji="0" lang="ko-KR" altLang="en-US" sz="2800">
              <a:solidFill>
                <a:schemeClr val="tx2"/>
              </a:solidFill>
              <a:effectLst>
                <a:outerShdw blurRad="38100" dist="38100" dir="2700000" algn="tl">
                  <a:srgbClr val="FFFFFF"/>
                </a:outerShdw>
              </a:effectLst>
              <a:latin typeface="HY견고딕" pitchFamily="18" charset="-127"/>
              <a:ea typeface="HY견고딕" pitchFamily="18" charset="-127"/>
            </a:endParaRPr>
          </a:p>
        </p:txBody>
      </p:sp>
      <p:sp>
        <p:nvSpPr>
          <p:cNvPr id="8" name="Rectangle 26"/>
          <p:cNvSpPr>
            <a:spLocks noChangeArrowheads="1"/>
          </p:cNvSpPr>
          <p:nvPr userDrawn="1"/>
        </p:nvSpPr>
        <p:spPr bwMode="auto">
          <a:xfrm>
            <a:off x="0" y="6553200"/>
            <a:ext cx="9144000" cy="74712"/>
          </a:xfrm>
          <a:prstGeom prst="rect">
            <a:avLst/>
          </a:prstGeom>
          <a:gradFill>
            <a:gsLst>
              <a:gs pos="0">
                <a:schemeClr val="accent1">
                  <a:lumMod val="50000"/>
                </a:schemeClr>
              </a:gs>
              <a:gs pos="80000">
                <a:schemeClr val="accent1">
                  <a:lumMod val="75000"/>
                </a:schemeClr>
              </a:gs>
              <a:gs pos="100000">
                <a:schemeClr val="accent1">
                  <a:lumMod val="60000"/>
                  <a:lumOff val="40000"/>
                </a:schemeClr>
              </a:gs>
            </a:gsLst>
          </a:gradFill>
          <a:ln/>
          <a:extLst/>
        </p:spPr>
        <p:style>
          <a:lnRef idx="1">
            <a:schemeClr val="accent4"/>
          </a:lnRef>
          <a:fillRef idx="3">
            <a:schemeClr val="accent4"/>
          </a:fillRef>
          <a:effectRef idx="2">
            <a:schemeClr val="accent4"/>
          </a:effectRef>
          <a:fontRef idx="minor">
            <a:schemeClr val="lt1"/>
          </a:fontRef>
        </p:style>
        <p:txBody>
          <a:bodyPr lIns="91428" tIns="45714" rIns="91428" bIns="45714" anchor="ctr"/>
          <a:lstStyle>
            <a:lvl1pPr algn="ctr" latinLnBrk="1">
              <a:defRPr kumimoji="1" sz="1400">
                <a:solidFill>
                  <a:srgbClr val="0000FF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1pPr>
            <a:lvl2pPr marL="742950" indent="-285750" algn="ctr" latinLnBrk="1">
              <a:defRPr kumimoji="1" sz="1400">
                <a:solidFill>
                  <a:srgbClr val="0000FF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2pPr>
            <a:lvl3pPr marL="1143000" indent="-228600" algn="ctr" latinLnBrk="1">
              <a:defRPr kumimoji="1" sz="1400">
                <a:solidFill>
                  <a:srgbClr val="0000FF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3pPr>
            <a:lvl4pPr marL="1600200" indent="-228600" algn="ctr" latinLnBrk="1">
              <a:defRPr kumimoji="1" sz="1400">
                <a:solidFill>
                  <a:srgbClr val="0000FF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4pPr>
            <a:lvl5pPr marL="2057400" indent="-228600" algn="ctr" latinLnBrk="1">
              <a:defRPr kumimoji="1" sz="1400">
                <a:solidFill>
                  <a:srgbClr val="0000FF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400">
                <a:solidFill>
                  <a:srgbClr val="0000FF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400">
                <a:solidFill>
                  <a:srgbClr val="0000FF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400">
                <a:solidFill>
                  <a:srgbClr val="0000FF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400">
                <a:solidFill>
                  <a:srgbClr val="0000FF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9pPr>
          </a:lstStyle>
          <a:p>
            <a:pPr algn="l" eaLnBrk="1" hangingPunct="1">
              <a:defRPr/>
            </a:pPr>
            <a:r>
              <a:rPr lang="ko-KR" altLang="en-US" sz="2400" dirty="0" smtClean="0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 </a:t>
            </a:r>
            <a:endParaRPr lang="ko-KR" altLang="en-US" sz="3000" dirty="0" smtClean="0">
              <a:solidFill>
                <a:schemeClr val="bg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pic>
        <p:nvPicPr>
          <p:cNvPr id="9" name="그림 7" descr="대하로고.png"/>
          <p:cNvPicPr>
            <a:picLocks noChangeAspect="1"/>
          </p:cNvPicPr>
          <p:nvPr userDrawn="1"/>
        </p:nvPicPr>
        <p:blipFill>
          <a:blip r:embed="rId17" cstate="print"/>
          <a:srcRect/>
          <a:stretch>
            <a:fillRect/>
          </a:stretch>
        </p:blipFill>
        <p:spPr bwMode="auto">
          <a:xfrm>
            <a:off x="7524328" y="127000"/>
            <a:ext cx="1440160" cy="39790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820" r:id="rId1"/>
    <p:sldLayoutId id="2147483821" r:id="rId2"/>
    <p:sldLayoutId id="2147483822" r:id="rId3"/>
    <p:sldLayoutId id="2147483823" r:id="rId4"/>
    <p:sldLayoutId id="2147483824" r:id="rId5"/>
    <p:sldLayoutId id="2147483825" r:id="rId6"/>
    <p:sldLayoutId id="2147483856" r:id="rId7"/>
    <p:sldLayoutId id="2147483907" r:id="rId8"/>
    <p:sldLayoutId id="2147483870" r:id="rId9"/>
    <p:sldLayoutId id="2147483869" r:id="rId10"/>
    <p:sldLayoutId id="2147483827" r:id="rId11"/>
    <p:sldLayoutId id="2147483855" r:id="rId12"/>
    <p:sldLayoutId id="2147483828" r:id="rId13"/>
    <p:sldLayoutId id="2147483829" r:id="rId14"/>
    <p:sldLayoutId id="2147483830" r:id="rId15"/>
  </p:sldLayoutIdLst>
  <p:transition>
    <p:wipe dir="d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7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898" decel="100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-.03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100" accel="100000" fill="hold">
                                          <p:stCondLst>
                                            <p:cond delay="898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37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898" decel="100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-.03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100" accel="100000" fill="hold">
                                          <p:stCondLst>
                                            <p:cond delay="898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37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898" decel="100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-.03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100" accel="100000" fill="hold">
                                          <p:stCondLst>
                                            <p:cond delay="898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37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1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898" decel="100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-.03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" accel="100000" fill="hold">
                                          <p:stCondLst>
                                            <p:cond delay="898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1" presetID="37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10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4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5" dur="898" decel="100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-.03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100" accel="100000" fill="hold">
                                          <p:stCondLst>
                                            <p:cond delay="898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37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10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0" dur="10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1" dur="898" decel="1000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-.03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2" dur="100" accel="100000" fill="hold">
                                          <p:stCondLst>
                                            <p:cond delay="898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</p:bldLst>
  </p:timing>
  <p:hf sldNum="0" hdr="0" ftr="0" dt="0"/>
  <p:txStyles>
    <p:titleStyle>
      <a:lvl1pPr algn="ctr" defTabSz="914400" rtl="0" eaLnBrk="1" latinLnBrk="1" hangingPunct="1">
        <a:spcBef>
          <a:spcPct val="0"/>
        </a:spcBef>
        <a:buNone/>
        <a:defRPr sz="32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1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1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endParaRPr lang="ko-KR" altLang="en-US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endParaRPr lang="ko-KR" altLang="en-US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fld id="{50E714A5-6135-4F76-9637-B341E202CA81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909" r:id="rId1"/>
    <p:sldLayoutId id="2147483910" r:id="rId2"/>
    <p:sldLayoutId id="2147483911" r:id="rId3"/>
    <p:sldLayoutId id="2147483912" r:id="rId4"/>
    <p:sldLayoutId id="2147483913" r:id="rId5"/>
    <p:sldLayoutId id="2147483914" r:id="rId6"/>
    <p:sldLayoutId id="2147483915" r:id="rId7"/>
    <p:sldLayoutId id="2147483916" r:id="rId8"/>
    <p:sldLayoutId id="2147483917" r:id="rId9"/>
    <p:sldLayoutId id="2147483918" r:id="rId10"/>
    <p:sldLayoutId id="2147483919" r:id="rId11"/>
  </p:sldLayoutIdLst>
  <p:hf sldNum="0" hdr="0" ftr="0" dt="0"/>
  <p:txStyles>
    <p:titleStyle>
      <a:lvl1pPr algn="ctr" defTabSz="914400" rtl="0" eaLnBrk="1" latinLnBrk="1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1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1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endParaRPr lang="ko-KR" altLang="en-US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endParaRPr lang="ko-KR" altLang="en-US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fld id="{B551F071-05C4-4C3E-9791-815D7ED779DB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896" r:id="rId1"/>
    <p:sldLayoutId id="2147483897" r:id="rId2"/>
    <p:sldLayoutId id="2147483898" r:id="rId3"/>
    <p:sldLayoutId id="2147483899" r:id="rId4"/>
    <p:sldLayoutId id="2147483900" r:id="rId5"/>
    <p:sldLayoutId id="2147483901" r:id="rId6"/>
    <p:sldLayoutId id="2147483902" r:id="rId7"/>
    <p:sldLayoutId id="2147483903" r:id="rId8"/>
    <p:sldLayoutId id="2147483904" r:id="rId9"/>
    <p:sldLayoutId id="2147483905" r:id="rId10"/>
    <p:sldLayoutId id="2147483906" r:id="rId11"/>
  </p:sldLayoutIdLst>
  <p:hf sldNum="0" hdr="0" ftr="0" dt="0"/>
  <p:txStyles>
    <p:titleStyle>
      <a:lvl1pPr algn="ctr" defTabSz="914400" rtl="0" eaLnBrk="1" latinLnBrk="1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1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1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 dirty="0" smtClean="0"/>
              <a:t>마스터 텍스트 스타일을 편집합니다</a:t>
            </a:r>
          </a:p>
          <a:p>
            <a:pPr lvl="1"/>
            <a:r>
              <a:rPr lang="ko-KR" altLang="en-US" dirty="0" smtClean="0"/>
              <a:t>둘째 수준</a:t>
            </a:r>
          </a:p>
          <a:p>
            <a:pPr lvl="2"/>
            <a:r>
              <a:rPr lang="ko-KR" altLang="en-US" dirty="0" smtClean="0"/>
              <a:t>셋째 수준</a:t>
            </a:r>
          </a:p>
          <a:p>
            <a:pPr lvl="3"/>
            <a:r>
              <a:rPr lang="ko-KR" altLang="en-US" dirty="0" smtClean="0"/>
              <a:t>넷째 수준</a:t>
            </a:r>
          </a:p>
          <a:p>
            <a:pPr lvl="4"/>
            <a:r>
              <a:rPr lang="ko-KR" altLang="en-US" dirty="0" smtClean="0"/>
              <a:t>다섯째 수준</a:t>
            </a:r>
            <a:endParaRPr lang="ko-KR" altLang="en-US" dirty="0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endParaRPr lang="ko-KR" altLang="en-US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endParaRPr lang="ko-KR" altLang="en-US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fld id="{7E207E6D-7E9C-4691-A667-C1598ABFBF35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872" r:id="rId1"/>
    <p:sldLayoutId id="2147483873" r:id="rId2"/>
    <p:sldLayoutId id="2147483874" r:id="rId3"/>
    <p:sldLayoutId id="2147483875" r:id="rId4"/>
    <p:sldLayoutId id="2147483876" r:id="rId5"/>
    <p:sldLayoutId id="2147483877" r:id="rId6"/>
    <p:sldLayoutId id="2147483878" r:id="rId7"/>
    <p:sldLayoutId id="2147483879" r:id="rId8"/>
    <p:sldLayoutId id="2147483880" r:id="rId9"/>
    <p:sldLayoutId id="2147483881" r:id="rId10"/>
    <p:sldLayoutId id="2147483882" r:id="rId11"/>
  </p:sldLayoutIdLst>
  <p:hf sldNum="0" hdr="0" ftr="0" dt="0"/>
  <p:txStyles>
    <p:titleStyle>
      <a:lvl1pPr algn="ctr" defTabSz="914400" rtl="0" eaLnBrk="1" latinLnBrk="1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1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1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5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endParaRPr lang="ko-KR" altLang="en-US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endParaRPr lang="ko-KR" altLang="en-US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fld id="{4D5E3CE7-ADDD-4E54-B2EB-FDB579444BB4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884" r:id="rId1"/>
    <p:sldLayoutId id="2147483885" r:id="rId2"/>
    <p:sldLayoutId id="2147483886" r:id="rId3"/>
    <p:sldLayoutId id="2147483887" r:id="rId4"/>
    <p:sldLayoutId id="2147483888" r:id="rId5"/>
    <p:sldLayoutId id="2147483889" r:id="rId6"/>
    <p:sldLayoutId id="2147483890" r:id="rId7"/>
    <p:sldLayoutId id="2147483891" r:id="rId8"/>
    <p:sldLayoutId id="2147483892" r:id="rId9"/>
    <p:sldLayoutId id="2147483893" r:id="rId10"/>
    <p:sldLayoutId id="2147483894" r:id="rId11"/>
  </p:sldLayoutIdLst>
  <p:hf sldNum="0" hdr="0" ftr="0" dt="0"/>
  <p:txStyles>
    <p:titleStyle>
      <a:lvl1pPr algn="ctr" defTabSz="914400" rtl="0" eaLnBrk="1" latinLnBrk="1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1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1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6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endParaRPr lang="ko-KR" altLang="en-US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endParaRPr lang="ko-KR" altLang="en-US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fld id="{F75DC286-5534-4F7E-B9BF-5F9DBDFBD335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858" r:id="rId1"/>
    <p:sldLayoutId id="2147483859" r:id="rId2"/>
    <p:sldLayoutId id="2147483860" r:id="rId3"/>
    <p:sldLayoutId id="2147483861" r:id="rId4"/>
    <p:sldLayoutId id="2147483862" r:id="rId5"/>
    <p:sldLayoutId id="2147483863" r:id="rId6"/>
    <p:sldLayoutId id="2147483864" r:id="rId7"/>
    <p:sldLayoutId id="2147483865" r:id="rId8"/>
    <p:sldLayoutId id="2147483866" r:id="rId9"/>
    <p:sldLayoutId id="2147483867" r:id="rId10"/>
    <p:sldLayoutId id="2147483868" r:id="rId11"/>
  </p:sldLayoutIdLst>
  <p:hf sldNum="0" hdr="0" ftr="0" dt="0"/>
  <p:txStyles>
    <p:titleStyle>
      <a:lvl1pPr algn="ctr" defTabSz="914400" rtl="0" eaLnBrk="1" latinLnBrk="1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1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1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7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endParaRPr lang="ko-KR" altLang="en-US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endParaRPr lang="ko-KR" altLang="en-US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fld id="{5F8D370C-9224-43F7-9CEC-E122B8F37E9D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844" r:id="rId1"/>
    <p:sldLayoutId id="2147483845" r:id="rId2"/>
    <p:sldLayoutId id="2147483846" r:id="rId3"/>
    <p:sldLayoutId id="2147483847" r:id="rId4"/>
    <p:sldLayoutId id="2147483848" r:id="rId5"/>
    <p:sldLayoutId id="2147483849" r:id="rId6"/>
    <p:sldLayoutId id="2147483850" r:id="rId7"/>
    <p:sldLayoutId id="2147483851" r:id="rId8"/>
    <p:sldLayoutId id="2147483852" r:id="rId9"/>
    <p:sldLayoutId id="2147483853" r:id="rId10"/>
    <p:sldLayoutId id="2147483854" r:id="rId11"/>
  </p:sldLayoutIdLst>
  <p:hf sldNum="0" hdr="0" ftr="0" dt="0"/>
  <p:txStyles>
    <p:titleStyle>
      <a:lvl1pPr algn="ctr" defTabSz="914400" rtl="0" eaLnBrk="1" latinLnBrk="1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1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1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8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endParaRPr lang="ko-KR" altLang="en-US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endParaRPr lang="ko-KR" altLang="en-US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fld id="{D9BEBEB2-29C0-451F-9B19-92F32EE82665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832" r:id="rId1"/>
    <p:sldLayoutId id="2147483833" r:id="rId2"/>
    <p:sldLayoutId id="2147483834" r:id="rId3"/>
    <p:sldLayoutId id="2147483835" r:id="rId4"/>
    <p:sldLayoutId id="2147483836" r:id="rId5"/>
    <p:sldLayoutId id="2147483837" r:id="rId6"/>
    <p:sldLayoutId id="2147483838" r:id="rId7"/>
    <p:sldLayoutId id="2147483839" r:id="rId8"/>
    <p:sldLayoutId id="2147483840" r:id="rId9"/>
    <p:sldLayoutId id="2147483841" r:id="rId10"/>
    <p:sldLayoutId id="2147483842" r:id="rId11"/>
  </p:sldLayoutIdLst>
  <p:hf sldNum="0" hdr="0" ftr="0" dt="0"/>
  <p:txStyles>
    <p:titleStyle>
      <a:lvl1pPr algn="ctr" defTabSz="914400" rtl="0" eaLnBrk="1" latinLnBrk="1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1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1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7" Type="http://schemas.openxmlformats.org/officeDocument/2006/relationships/image" Target="../media/image7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.jpg"/><Relationship Id="rId5" Type="http://schemas.openxmlformats.org/officeDocument/2006/relationships/image" Target="../media/image5.jpg"/><Relationship Id="rId4" Type="http://schemas.openxmlformats.org/officeDocument/2006/relationships/image" Target="../media/image4.jp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>
          <a:xfrm>
            <a:off x="-6207" y="6669360"/>
            <a:ext cx="9150207" cy="182062"/>
          </a:xfrm>
        </p:spPr>
        <p:txBody>
          <a:bodyPr/>
          <a:lstStyle/>
          <a:p>
            <a:pPr algn="ctr">
              <a:defRPr/>
            </a:pPr>
            <a:fld id="{6672085B-8B2F-4A51-AFDE-E0DD93C09D73}" type="slidenum">
              <a:rPr lang="en-US" altLang="ko-KR" smtClean="0">
                <a:solidFill>
                  <a:schemeClr val="bg1">
                    <a:lumMod val="50000"/>
                  </a:schemeClr>
                </a:solidFill>
              </a:rPr>
              <a:pPr algn="ctr">
                <a:defRPr/>
              </a:pPr>
              <a:t>1</a:t>
            </a:fld>
            <a:endParaRPr lang="en-US" altLang="ko-KR" dirty="0">
              <a:solidFill>
                <a:schemeClr val="bg1">
                  <a:lumMod val="50000"/>
                </a:schemeClr>
              </a:solidFill>
            </a:endParaRPr>
          </a:p>
        </p:txBody>
      </p:sp>
      <p:graphicFrame>
        <p:nvGraphicFramePr>
          <p:cNvPr id="9" name="표 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33078346"/>
              </p:ext>
            </p:extLst>
          </p:nvPr>
        </p:nvGraphicFramePr>
        <p:xfrm>
          <a:off x="9423" y="692696"/>
          <a:ext cx="9108508" cy="2606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30129">
                  <a:extLst>
                    <a:ext uri="{9D8B030D-6E8A-4147-A177-3AD203B41FA5}">
                      <a16:colId xmlns:a16="http://schemas.microsoft.com/office/drawing/2014/main" val="1279869001"/>
                    </a:ext>
                  </a:extLst>
                </a:gridCol>
                <a:gridCol w="1656184">
                  <a:extLst>
                    <a:ext uri="{9D8B030D-6E8A-4147-A177-3AD203B41FA5}">
                      <a16:colId xmlns:a16="http://schemas.microsoft.com/office/drawing/2014/main" val="542279608"/>
                    </a:ext>
                  </a:extLst>
                </a:gridCol>
                <a:gridCol w="3672408">
                  <a:extLst>
                    <a:ext uri="{9D8B030D-6E8A-4147-A177-3AD203B41FA5}">
                      <a16:colId xmlns:a16="http://schemas.microsoft.com/office/drawing/2014/main" val="3764117902"/>
                    </a:ext>
                  </a:extLst>
                </a:gridCol>
                <a:gridCol w="1368152">
                  <a:extLst>
                    <a:ext uri="{9D8B030D-6E8A-4147-A177-3AD203B41FA5}">
                      <a16:colId xmlns:a16="http://schemas.microsoft.com/office/drawing/2014/main" val="2131341835"/>
                    </a:ext>
                  </a:extLst>
                </a:gridCol>
                <a:gridCol w="1881635">
                  <a:extLst>
                    <a:ext uri="{9D8B030D-6E8A-4147-A177-3AD203B41FA5}">
                      <a16:colId xmlns:a16="http://schemas.microsoft.com/office/drawing/2014/main" val="4163765789"/>
                    </a:ext>
                  </a:extLst>
                </a:gridCol>
              </a:tblGrid>
              <a:tr h="25600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b="1" dirty="0" smtClean="0">
                          <a:solidFill>
                            <a:schemeClr val="tx1"/>
                          </a:solidFill>
                        </a:rPr>
                        <a:t>번호</a:t>
                      </a:r>
                      <a:endParaRPr lang="ko-KR" altLang="en-US" sz="1200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b="1" dirty="0" smtClean="0">
                          <a:solidFill>
                            <a:schemeClr val="tx1"/>
                          </a:solidFill>
                        </a:rPr>
                        <a:t>내용</a:t>
                      </a:r>
                      <a:endParaRPr lang="ko-KR" altLang="en-US" sz="1200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b="1" dirty="0" smtClean="0">
                          <a:solidFill>
                            <a:schemeClr val="tx1"/>
                          </a:solidFill>
                        </a:rPr>
                        <a:t>세부내용</a:t>
                      </a:r>
                      <a:endParaRPr lang="ko-KR" altLang="en-US" sz="1200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b="1" dirty="0" err="1" smtClean="0">
                          <a:solidFill>
                            <a:schemeClr val="tx1"/>
                          </a:solidFill>
                        </a:rPr>
                        <a:t>최종금액</a:t>
                      </a:r>
                      <a:endParaRPr lang="ko-KR" altLang="en-US" sz="1200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b="1" dirty="0" smtClean="0">
                          <a:solidFill>
                            <a:schemeClr val="tx1"/>
                          </a:solidFill>
                        </a:rPr>
                        <a:t>비  고</a:t>
                      </a:r>
                      <a:endParaRPr lang="ko-KR" altLang="en-US" sz="1200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51294538"/>
                  </a:ext>
                </a:extLst>
              </a:tr>
              <a:tr h="2007938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100" b="1" dirty="0" smtClean="0">
                          <a:solidFill>
                            <a:srgbClr val="000000"/>
                          </a:solidFill>
                          <a:latin typeface="+mn-ea"/>
                          <a:ea typeface="+mn-ea"/>
                        </a:rPr>
                        <a:t>1</a:t>
                      </a:r>
                      <a:endParaRPr lang="ko-KR" sz="1100" dirty="0">
                        <a:solidFill>
                          <a:srgbClr val="000000"/>
                        </a:solidFill>
                        <a:latin typeface="+mn-ea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100" b="1" dirty="0" smtClean="0">
                          <a:solidFill>
                            <a:srgbClr val="000000"/>
                          </a:solidFill>
                          <a:latin typeface="+mn-ea"/>
                          <a:ea typeface="+mn-ea"/>
                        </a:rPr>
                        <a:t>AL 주물 HEATER</a:t>
                      </a:r>
                      <a:endParaRPr lang="ko-KR" sz="1100" dirty="0">
                        <a:solidFill>
                          <a:srgbClr val="000000"/>
                        </a:solidFill>
                        <a:latin typeface="+mn-ea"/>
                      </a:endParaRPr>
                    </a:p>
                    <a:p>
                      <a:pPr algn="ctr" latinLnBrk="1"/>
                      <a:r>
                        <a:rPr lang="ko-KR" altLang="en-US" sz="1100" b="1" dirty="0" smtClean="0">
                          <a:solidFill>
                            <a:srgbClr val="000000"/>
                          </a:solidFill>
                          <a:latin typeface="+mn-ea"/>
                          <a:ea typeface="+mn-ea"/>
                        </a:rPr>
                        <a:t>(199+147)*210*25T / 380V·3.5KW</a:t>
                      </a:r>
                      <a:endParaRPr lang="ko-KR" sz="1100" dirty="0">
                        <a:solidFill>
                          <a:srgbClr val="000000"/>
                        </a:solidFill>
                        <a:latin typeface="+mn-ea"/>
                      </a:endParaRPr>
                    </a:p>
                    <a:p>
                      <a:pPr algn="ctr" latinLnBrk="1"/>
                      <a:r>
                        <a:rPr lang="ko-KR" altLang="en-US" sz="1100" b="0" dirty="0" smtClean="0">
                          <a:solidFill>
                            <a:srgbClr val="000000"/>
                          </a:solidFill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1100" b="0" dirty="0" err="1" smtClean="0">
                          <a:solidFill>
                            <a:srgbClr val="000000"/>
                          </a:solidFill>
                          <a:latin typeface="+mn-ea"/>
                          <a:ea typeface="+mn-ea"/>
                        </a:rPr>
                        <a:t>아산전열</a:t>
                      </a:r>
                      <a:r>
                        <a:rPr lang="ko-KR" altLang="en-US" sz="1100" b="0" dirty="0" smtClean="0">
                          <a:solidFill>
                            <a:srgbClr val="000000"/>
                          </a:solidFill>
                          <a:latin typeface="+mn-ea"/>
                          <a:ea typeface="+mn-ea"/>
                        </a:rPr>
                        <a:t>)</a:t>
                      </a:r>
                      <a:endParaRPr lang="ko-KR" sz="1100" dirty="0">
                        <a:solidFill>
                          <a:srgbClr val="000000"/>
                        </a:solidFill>
                        <a:latin typeface="+mn-ea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1050" b="1" dirty="0" smtClean="0">
                          <a:solidFill>
                            <a:srgbClr val="000000"/>
                          </a:solidFill>
                          <a:latin typeface="+mn-ea"/>
                          <a:ea typeface="+mn-ea"/>
                        </a:rPr>
                        <a:t>■ 개요</a:t>
                      </a:r>
                      <a:endParaRPr lang="ko-KR" sz="1050" dirty="0">
                        <a:solidFill>
                          <a:srgbClr val="000000"/>
                        </a:solidFill>
                        <a:latin typeface="+mn-ea"/>
                      </a:endParaRPr>
                    </a:p>
                    <a:p>
                      <a:pPr algn="l" latinLnBrk="1"/>
                      <a:r>
                        <a:rPr lang="ko-KR" altLang="en-US" sz="1050" b="0" dirty="0" smtClean="0">
                          <a:solidFill>
                            <a:srgbClr val="000000"/>
                          </a:solidFill>
                          <a:latin typeface="+mn-ea"/>
                          <a:ea typeface="+mn-ea"/>
                        </a:rPr>
                        <a:t>  - 품목 : AL 주물 HEATER ((199+147)*210*25T, 380V/3.5KW)</a:t>
                      </a:r>
                      <a:endParaRPr lang="ko-KR" sz="1050" dirty="0">
                        <a:solidFill>
                          <a:srgbClr val="000000"/>
                        </a:solidFill>
                        <a:latin typeface="+mn-ea"/>
                      </a:endParaRPr>
                    </a:p>
                    <a:p>
                      <a:pPr algn="l" latinLnBrk="1"/>
                      <a:r>
                        <a:rPr lang="ko-KR" altLang="en-US" sz="1050" b="0" dirty="0" smtClean="0">
                          <a:solidFill>
                            <a:srgbClr val="000000"/>
                          </a:solidFill>
                          <a:latin typeface="+mn-ea"/>
                          <a:ea typeface="+mn-ea"/>
                        </a:rPr>
                        <a:t>  - 용도 : 15호기 압출기 BARREL HEATER(15C03) 교체 후 SPARE</a:t>
                      </a:r>
                      <a:r>
                        <a:rPr lang="ko-KR" altLang="en-US" sz="1050" b="0" baseline="0" dirty="0" smtClean="0">
                          <a:solidFill>
                            <a:srgbClr val="000000"/>
                          </a:solidFill>
                          <a:latin typeface="+mn-ea"/>
                          <a:ea typeface="+mn-ea"/>
                        </a:rPr>
                        <a:t> 구매</a:t>
                      </a:r>
                      <a:endParaRPr lang="ko-KR" sz="1050" dirty="0">
                        <a:solidFill>
                          <a:srgbClr val="000000"/>
                        </a:solidFill>
                        <a:latin typeface="+mn-ea"/>
                      </a:endParaRPr>
                    </a:p>
                    <a:p>
                      <a:pPr algn="l" latinLnBrk="1"/>
                      <a:r>
                        <a:rPr lang="ko-KR" altLang="en-US" sz="1050" b="0" dirty="0" smtClean="0">
                          <a:solidFill>
                            <a:srgbClr val="000000"/>
                          </a:solidFill>
                          <a:latin typeface="+mn-ea"/>
                          <a:ea typeface="+mn-ea"/>
                        </a:rPr>
                        <a:t>  - 구매수량 : 2EA</a:t>
                      </a:r>
                      <a:endParaRPr lang="ko-KR" sz="1050" dirty="0">
                        <a:solidFill>
                          <a:srgbClr val="000000"/>
                        </a:solidFill>
                        <a:latin typeface="+mn-ea"/>
                      </a:endParaRPr>
                    </a:p>
                    <a:p>
                      <a:pPr algn="l" latinLnBrk="1"/>
                      <a:r>
                        <a:rPr lang="ko-KR" altLang="en-US" sz="1050" b="0" dirty="0" smtClean="0">
                          <a:solidFill>
                            <a:srgbClr val="000000"/>
                          </a:solidFill>
                          <a:latin typeface="+mn-ea"/>
                          <a:ea typeface="+mn-ea"/>
                        </a:rPr>
                        <a:t>  - 공급업체 : 아산전열 (TEL 02-2634-0605)</a:t>
                      </a:r>
                      <a:endParaRPr lang="ko-KR" sz="1050" dirty="0">
                        <a:solidFill>
                          <a:srgbClr val="000000"/>
                        </a:solidFill>
                        <a:latin typeface="+mn-ea"/>
                      </a:endParaRPr>
                    </a:p>
                    <a:p>
                      <a:pPr algn="l" latinLnBrk="1"/>
                      <a:r>
                        <a:rPr lang="ko-KR" altLang="en-US" sz="1050" b="1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 </a:t>
                      </a:r>
                      <a:endParaRPr lang="ko-KR" sz="1050" dirty="0">
                        <a:solidFill>
                          <a:schemeClr val="tx1"/>
                        </a:solidFill>
                        <a:latin typeface="+mn-ea"/>
                      </a:endParaRPr>
                    </a:p>
                    <a:p>
                      <a:pPr algn="l" latinLnBrk="1"/>
                      <a:r>
                        <a:rPr lang="ko-KR" altLang="en-US" sz="1050" b="1" dirty="0" smtClean="0">
                          <a:solidFill>
                            <a:srgbClr val="000000"/>
                          </a:solidFill>
                          <a:latin typeface="+mn-ea"/>
                          <a:ea typeface="+mn-ea"/>
                        </a:rPr>
                        <a:t>■ 제작(구매) 사유</a:t>
                      </a:r>
                      <a:endParaRPr lang="ko-KR" sz="1050" dirty="0">
                        <a:solidFill>
                          <a:srgbClr val="000000"/>
                        </a:solidFill>
                        <a:latin typeface="+mn-ea"/>
                      </a:endParaRPr>
                    </a:p>
                    <a:p>
                      <a:pPr algn="l" latinLnBrk="1"/>
                      <a:r>
                        <a:rPr lang="ko-KR" altLang="en-US" sz="1050" b="0" dirty="0" smtClean="0">
                          <a:solidFill>
                            <a:srgbClr val="000000"/>
                          </a:solidFill>
                          <a:latin typeface="+mn-ea"/>
                          <a:ea typeface="+mn-ea"/>
                        </a:rPr>
                        <a:t>  - 15호기 BARREL HEATER(15C03) 단선/소손 불량 발생   </a:t>
                      </a:r>
                      <a:endParaRPr lang="en-US" altLang="ko-KR" sz="1050" b="0" dirty="0" smtClean="0">
                        <a:solidFill>
                          <a:srgbClr val="000000"/>
                        </a:solidFill>
                        <a:latin typeface="+mn-ea"/>
                        <a:ea typeface="+mn-ea"/>
                      </a:endParaRPr>
                    </a:p>
                    <a:p>
                      <a:pPr algn="l" latinLnBrk="1"/>
                      <a:r>
                        <a:rPr lang="en-US" altLang="ko-KR" sz="1050" b="0" dirty="0" smtClean="0">
                          <a:solidFill>
                            <a:srgbClr val="000000"/>
                          </a:solidFill>
                          <a:latin typeface="+mn-ea"/>
                          <a:ea typeface="+mn-ea"/>
                        </a:rPr>
                        <a:t>    </a:t>
                      </a:r>
                      <a:r>
                        <a:rPr lang="ko-KR" altLang="en-US" sz="1050" b="0" dirty="0" smtClean="0">
                          <a:solidFill>
                            <a:srgbClr val="000000"/>
                          </a:solidFill>
                          <a:latin typeface="+mn-ea"/>
                          <a:ea typeface="+mn-ea"/>
                        </a:rPr>
                        <a:t>→ 교체 후 </a:t>
                      </a:r>
                      <a:r>
                        <a:rPr lang="ko-KR" altLang="en-US" sz="1050" b="0" dirty="0" err="1" smtClean="0">
                          <a:solidFill>
                            <a:srgbClr val="000000"/>
                          </a:solidFill>
                          <a:latin typeface="+mn-ea"/>
                          <a:ea typeface="+mn-ea"/>
                        </a:rPr>
                        <a:t>동일규격</a:t>
                      </a:r>
                      <a:r>
                        <a:rPr lang="ko-KR" altLang="en-US" sz="1050" b="0" dirty="0" smtClean="0">
                          <a:solidFill>
                            <a:srgbClr val="000000"/>
                          </a:solidFill>
                          <a:latin typeface="+mn-ea"/>
                          <a:ea typeface="+mn-ea"/>
                        </a:rPr>
                        <a:t> SPARE 구매</a:t>
                      </a:r>
                      <a:endParaRPr lang="ko-KR" sz="1050" dirty="0">
                        <a:solidFill>
                          <a:srgbClr val="000000"/>
                        </a:solidFill>
                        <a:latin typeface="+mn-ea"/>
                      </a:endParaRPr>
                    </a:p>
                    <a:p>
                      <a:pPr algn="l" latinLnBrk="1"/>
                      <a:r>
                        <a:rPr lang="ko-KR" altLang="en-US" sz="1050" b="1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 </a:t>
                      </a:r>
                      <a:endParaRPr lang="ko-KR" sz="1050" dirty="0">
                        <a:solidFill>
                          <a:schemeClr val="tx1"/>
                        </a:solidFill>
                        <a:latin typeface="+mn-ea"/>
                      </a:endParaRPr>
                    </a:p>
                    <a:p>
                      <a:pPr algn="l" latinLnBrk="1"/>
                      <a:r>
                        <a:rPr lang="ko-KR" altLang="en-US" sz="1050" b="1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■ 첨부1. 구매내역</a:t>
                      </a:r>
                      <a:r>
                        <a:rPr lang="en-US" altLang="ko-KR" sz="1050" b="1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1050" b="1" dirty="0" err="1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아산전열</a:t>
                      </a:r>
                      <a:r>
                        <a:rPr lang="ko-KR" altLang="en-US" sz="1050" b="1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)</a:t>
                      </a:r>
                      <a:endParaRPr lang="ko-KR" sz="1050" dirty="0">
                        <a:solidFill>
                          <a:schemeClr val="tx1"/>
                        </a:solidFill>
                        <a:latin typeface="+mn-ea"/>
                      </a:endParaRPr>
                    </a:p>
                    <a:p>
                      <a:pPr algn="l" latinLnBrk="1"/>
                      <a:r>
                        <a:rPr lang="ko-KR" altLang="en-US" sz="1050" b="1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    첨부2. 현장사진(불량 BARREL HEATER 및 교체작업)</a:t>
                      </a:r>
                      <a:endParaRPr lang="ko-KR" sz="1050" dirty="0">
                        <a:solidFill>
                          <a:schemeClr val="tx1"/>
                        </a:solidFill>
                        <a:latin typeface="+mn-ea"/>
                      </a:endParaRPr>
                    </a:p>
                  </a:txBody>
                  <a:tcPr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100" b="1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860,000</a:t>
                      </a:r>
                      <a:r>
                        <a:rPr lang="ko-KR" altLang="en-US" sz="1100" b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원</a:t>
                      </a:r>
                      <a:endParaRPr lang="ko-KR" sz="1100" dirty="0">
                        <a:solidFill>
                          <a:schemeClr val="tx1"/>
                        </a:solidFill>
                        <a:latin typeface="+mn-ea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50" b="0" dirty="0" smtClean="0">
                          <a:solidFill>
                            <a:srgbClr val="000000"/>
                          </a:solidFill>
                          <a:latin typeface="+mn-ea"/>
                          <a:ea typeface="+mn-ea"/>
                        </a:rPr>
                        <a:t>(VAT 별도)</a:t>
                      </a:r>
                      <a:endParaRPr lang="ko-KR" altLang="ko-KR" sz="1050" dirty="0">
                        <a:solidFill>
                          <a:srgbClr val="000000"/>
                        </a:solidFill>
                        <a:latin typeface="+mn-ea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83387800"/>
                  </a:ext>
                </a:extLst>
              </a:tr>
            </a:tbl>
          </a:graphicData>
        </a:graphic>
      </p:graphicFrame>
      <p:sp>
        <p:nvSpPr>
          <p:cNvPr id="19" name="TextBox 18"/>
          <p:cNvSpPr txBox="1"/>
          <p:nvPr/>
        </p:nvSpPr>
        <p:spPr>
          <a:xfrm>
            <a:off x="65313" y="234521"/>
            <a:ext cx="7504895" cy="249299"/>
          </a:xfrm>
          <a:prstGeom prst="rect">
            <a:avLst/>
          </a:prstGeom>
          <a:noFill/>
          <a:ln>
            <a:noFill/>
          </a:ln>
        </p:spPr>
        <p:txBody>
          <a:bodyPr wrap="square" lIns="36576" tIns="9144" rIns="18288" bIns="9144">
            <a:spAutoFit/>
          </a:bodyPr>
          <a:lstStyle/>
          <a:p>
            <a:r>
              <a:rPr sz="1500" b="1" dirty="0">
                <a:solidFill>
                  <a:srgbClr val="000000"/>
                </a:solidFill>
                <a:latin typeface="맑은 고딕" panose="020B0503020000020004" pitchFamily="34" charset="-127"/>
                <a:ea typeface="맑은 고딕" panose="020B0503020000020004" pitchFamily="34" charset="-127"/>
              </a:rPr>
              <a:t>[ </a:t>
            </a:r>
            <a:r>
              <a:rPr sz="1500" b="1" dirty="0" err="1">
                <a:solidFill>
                  <a:srgbClr val="000000"/>
                </a:solidFill>
                <a:latin typeface="맑은 고딕" panose="020B0503020000020004" pitchFamily="34" charset="-127"/>
                <a:ea typeface="맑은 고딕" panose="020B0503020000020004" pitchFamily="34" charset="-127"/>
              </a:rPr>
              <a:t>보전</a:t>
            </a:r>
            <a:r>
              <a:rPr sz="1500" b="1" dirty="0" smtClean="0">
                <a:solidFill>
                  <a:srgbClr val="000000"/>
                </a:solidFill>
                <a:latin typeface="맑은 고딕" panose="020B0503020000020004" pitchFamily="34" charset="-127"/>
                <a:ea typeface="맑은 고딕" panose="020B0503020000020004" pitchFamily="34" charset="-127"/>
              </a:rPr>
              <a:t>_</a:t>
            </a:r>
            <a:r>
              <a:rPr lang="ko-KR" altLang="en-US" sz="1500" b="1" dirty="0" smtClean="0">
                <a:solidFill>
                  <a:srgbClr val="000000"/>
                </a:solidFill>
                <a:latin typeface="맑은 고딕" panose="020B0503020000020004" pitchFamily="34" charset="-127"/>
                <a:ea typeface="맑은 고딕" panose="020B0503020000020004" pitchFamily="34" charset="-127"/>
              </a:rPr>
              <a:t>전기</a:t>
            </a:r>
            <a:r>
              <a:rPr sz="1500" b="1" dirty="0" smtClean="0">
                <a:solidFill>
                  <a:srgbClr val="000000"/>
                </a:solidFill>
                <a:latin typeface="맑은 고딕" panose="020B0503020000020004" pitchFamily="34" charset="-127"/>
                <a:ea typeface="맑은 고딕" panose="020B0503020000020004" pitchFamily="34" charset="-127"/>
              </a:rPr>
              <a:t>_</a:t>
            </a:r>
            <a:r>
              <a:rPr sz="1500" b="1" dirty="0">
                <a:solidFill>
                  <a:srgbClr val="000000"/>
                </a:solidFill>
                <a:latin typeface="맑은 고딕" panose="020B0503020000020004" pitchFamily="34" charset="-127"/>
                <a:ea typeface="맑은 고딕" panose="020B0503020000020004" pitchFamily="34" charset="-127"/>
              </a:rPr>
              <a:t>15호기 BARREL HEATER(</a:t>
            </a:r>
            <a:r>
              <a:rPr sz="1500" b="1" dirty="0" err="1">
                <a:solidFill>
                  <a:srgbClr val="000000"/>
                </a:solidFill>
                <a:latin typeface="맑은 고딕" panose="020B0503020000020004" pitchFamily="34" charset="-127"/>
                <a:ea typeface="맑은 고딕" panose="020B0503020000020004" pitchFamily="34" charset="-127"/>
              </a:rPr>
              <a:t>AL주물히터</a:t>
            </a:r>
            <a:r>
              <a:rPr sz="1500" b="1" dirty="0" smtClean="0">
                <a:solidFill>
                  <a:srgbClr val="000000"/>
                </a:solidFill>
                <a:latin typeface="맑은 고딕" panose="020B0503020000020004" pitchFamily="34" charset="-127"/>
                <a:ea typeface="맑은 고딕" panose="020B0503020000020004" pitchFamily="34" charset="-127"/>
              </a:rPr>
              <a:t>)</a:t>
            </a:r>
            <a:r>
              <a:rPr lang="en-US" sz="1500" b="1" dirty="0" smtClean="0">
                <a:solidFill>
                  <a:srgbClr val="000000"/>
                </a:solidFill>
                <a:latin typeface="맑은 고딕" panose="020B0503020000020004" pitchFamily="34" charset="-127"/>
                <a:ea typeface="맑은 고딕" panose="020B0503020000020004" pitchFamily="34" charset="-127"/>
              </a:rPr>
              <a:t> </a:t>
            </a:r>
            <a:r>
              <a:rPr lang="ko-KR" altLang="en-US" sz="1500" b="1" dirty="0" smtClean="0">
                <a:solidFill>
                  <a:srgbClr val="000000"/>
                </a:solidFill>
                <a:latin typeface="맑은 고딕" panose="020B0503020000020004" pitchFamily="34" charset="-127"/>
                <a:ea typeface="맑은 고딕" panose="020B0503020000020004" pitchFamily="34" charset="-127"/>
              </a:rPr>
              <a:t>구매의 건</a:t>
            </a:r>
            <a:r>
              <a:rPr sz="1500" b="1" dirty="0" smtClean="0">
                <a:solidFill>
                  <a:srgbClr val="000000"/>
                </a:solidFill>
                <a:latin typeface="맑은 고딕" panose="020B0503020000020004" pitchFamily="34" charset="-127"/>
                <a:ea typeface="맑은 고딕" panose="020B0503020000020004" pitchFamily="34" charset="-127"/>
              </a:rPr>
              <a:t>_</a:t>
            </a:r>
            <a:r>
              <a:rPr sz="1500" b="1" dirty="0">
                <a:solidFill>
                  <a:srgbClr val="000000"/>
                </a:solidFill>
                <a:latin typeface="맑은 고딕" panose="020B0503020000020004" pitchFamily="34" charset="-127"/>
                <a:ea typeface="맑은 고딕" panose="020B0503020000020004" pitchFamily="34" charset="-127"/>
              </a:rPr>
              <a:t>보고일 : 6월 11일 ]</a:t>
            </a:r>
          </a:p>
        </p:txBody>
      </p:sp>
      <p:sp>
        <p:nvSpPr>
          <p:cNvPr id="30" name="TextBox 30"/>
          <p:cNvSpPr txBox="1"/>
          <p:nvPr/>
        </p:nvSpPr>
        <p:spPr>
          <a:xfrm>
            <a:off x="91440" y="4537583"/>
            <a:ext cx="8961120" cy="203133"/>
          </a:xfrm>
          <a:prstGeom prst="rect">
            <a:avLst/>
          </a:prstGeom>
          <a:noFill/>
          <a:ln>
            <a:noFill/>
          </a:ln>
        </p:spPr>
        <p:txBody>
          <a:bodyPr wrap="square" lIns="36576" tIns="9144" rIns="18288" bIns="9144">
            <a:spAutoFit/>
          </a:bodyPr>
          <a:lstStyle/>
          <a:p>
            <a:r>
              <a:rPr sz="1200" b="1" dirty="0">
                <a:solidFill>
                  <a:srgbClr val="000000"/>
                </a:solidFill>
                <a:latin typeface="맑은 고딕" panose="020B0503020000020004" pitchFamily="34" charset="-127"/>
                <a:ea typeface="맑은 고딕" panose="020B0503020000020004" pitchFamily="34" charset="-127"/>
              </a:rPr>
              <a:t>■ 첨부2. 현장사진 (15호기 BARREL HEATER 불량부위 및 교체작업)</a:t>
            </a:r>
          </a:p>
        </p:txBody>
      </p:sp>
      <p:pic>
        <p:nvPicPr>
          <p:cNvPr id="20" name="Picture 19" descr="AL 주물히터_교체품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6827" y="4752180"/>
            <a:ext cx="1524000" cy="1143000"/>
          </a:xfrm>
          <a:prstGeom prst="rect">
            <a:avLst/>
          </a:prstGeom>
        </p:spPr>
      </p:pic>
      <p:pic>
        <p:nvPicPr>
          <p:cNvPr id="21" name="Picture 20" descr="주물히터 바렐 위치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047987" y="4752180"/>
            <a:ext cx="1524000" cy="1143000"/>
          </a:xfrm>
          <a:prstGeom prst="rect">
            <a:avLst/>
          </a:prstGeom>
        </p:spPr>
      </p:pic>
      <p:pic>
        <p:nvPicPr>
          <p:cNvPr id="22" name="Picture 21" descr="주물히터 바렐 위치_01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709147" y="4752180"/>
            <a:ext cx="1524000" cy="1143000"/>
          </a:xfrm>
          <a:prstGeom prst="rect">
            <a:avLst/>
          </a:prstGeom>
        </p:spPr>
      </p:pic>
      <p:pic>
        <p:nvPicPr>
          <p:cNvPr id="23" name="Picture 22" descr="주물히터 교체작업_신품.jp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370307" y="4752180"/>
            <a:ext cx="1524000" cy="1143000"/>
          </a:xfrm>
          <a:prstGeom prst="rect">
            <a:avLst/>
          </a:prstGeom>
        </p:spPr>
      </p:pic>
      <p:pic>
        <p:nvPicPr>
          <p:cNvPr id="2" name="그림 1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78754" y="3608341"/>
            <a:ext cx="6516000" cy="848344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11" name="TextBox 30"/>
          <p:cNvSpPr txBox="1"/>
          <p:nvPr/>
        </p:nvSpPr>
        <p:spPr>
          <a:xfrm>
            <a:off x="92422" y="3405209"/>
            <a:ext cx="8961120" cy="203133"/>
          </a:xfrm>
          <a:prstGeom prst="rect">
            <a:avLst/>
          </a:prstGeom>
          <a:noFill/>
          <a:ln>
            <a:noFill/>
          </a:ln>
        </p:spPr>
        <p:txBody>
          <a:bodyPr wrap="square" lIns="36576" tIns="9144" rIns="18288" bIns="9144">
            <a:spAutoFit/>
          </a:bodyPr>
          <a:lstStyle/>
          <a:p>
            <a:r>
              <a:rPr sz="1200" b="1" dirty="0">
                <a:solidFill>
                  <a:srgbClr val="000000"/>
                </a:solidFill>
                <a:latin typeface="맑은 고딕" panose="020B0503020000020004" pitchFamily="34" charset="-127"/>
                <a:ea typeface="맑은 고딕" panose="020B0503020000020004" pitchFamily="34" charset="-127"/>
              </a:rPr>
              <a:t>■ </a:t>
            </a:r>
            <a:r>
              <a:rPr sz="1200" b="1" dirty="0" smtClean="0">
                <a:solidFill>
                  <a:srgbClr val="000000"/>
                </a:solidFill>
                <a:latin typeface="맑은 고딕" panose="020B0503020000020004" pitchFamily="34" charset="-127"/>
                <a:ea typeface="맑은 고딕" panose="020B0503020000020004" pitchFamily="34" charset="-127"/>
              </a:rPr>
              <a:t>첨부</a:t>
            </a:r>
            <a:r>
              <a:rPr lang="en-US" sz="1200" b="1" dirty="0" smtClean="0">
                <a:solidFill>
                  <a:srgbClr val="000000"/>
                </a:solidFill>
                <a:latin typeface="맑은 고딕" panose="020B0503020000020004" pitchFamily="34" charset="-127"/>
                <a:ea typeface="맑은 고딕" panose="020B0503020000020004" pitchFamily="34" charset="-127"/>
              </a:rPr>
              <a:t>1</a:t>
            </a:r>
            <a:r>
              <a:rPr sz="1200" b="1" dirty="0" smtClean="0">
                <a:solidFill>
                  <a:srgbClr val="000000"/>
                </a:solidFill>
                <a:latin typeface="맑은 고딕" panose="020B0503020000020004" pitchFamily="34" charset="-127"/>
                <a:ea typeface="맑은 고딕" panose="020B0503020000020004" pitchFamily="34" charset="-127"/>
              </a:rPr>
              <a:t>. </a:t>
            </a:r>
            <a:r>
              <a:rPr lang="ko-KR" altLang="en-US" sz="1200" b="1" dirty="0" smtClean="0">
                <a:solidFill>
                  <a:srgbClr val="000000"/>
                </a:solidFill>
                <a:latin typeface="맑은 고딕" panose="020B0503020000020004" pitchFamily="34" charset="-127"/>
                <a:ea typeface="맑은 고딕" panose="020B0503020000020004" pitchFamily="34" charset="-127"/>
              </a:rPr>
              <a:t>구매</a:t>
            </a:r>
            <a:r>
              <a:rPr lang="en-US" altLang="ko-KR" sz="1200" b="1" dirty="0" smtClean="0">
                <a:solidFill>
                  <a:srgbClr val="000000"/>
                </a:solidFill>
                <a:latin typeface="맑은 고딕" panose="020B0503020000020004" pitchFamily="34" charset="-127"/>
                <a:ea typeface="맑은 고딕" panose="020B0503020000020004" pitchFamily="34" charset="-127"/>
              </a:rPr>
              <a:t>(</a:t>
            </a:r>
            <a:r>
              <a:rPr lang="ko-KR" altLang="en-US" sz="1200" b="1" dirty="0" smtClean="0">
                <a:solidFill>
                  <a:srgbClr val="000000"/>
                </a:solidFill>
                <a:latin typeface="맑은 고딕" panose="020B0503020000020004" pitchFamily="34" charset="-127"/>
                <a:ea typeface="맑은 고딕" panose="020B0503020000020004" pitchFamily="34" charset="-127"/>
              </a:rPr>
              <a:t>제작</a:t>
            </a:r>
            <a:r>
              <a:rPr lang="en-US" altLang="ko-KR" sz="1200" b="1" dirty="0" smtClean="0">
                <a:solidFill>
                  <a:srgbClr val="000000"/>
                </a:solidFill>
                <a:latin typeface="맑은 고딕" panose="020B0503020000020004" pitchFamily="34" charset="-127"/>
                <a:ea typeface="맑은 고딕" panose="020B0503020000020004" pitchFamily="34" charset="-127"/>
              </a:rPr>
              <a:t>) </a:t>
            </a:r>
            <a:r>
              <a:rPr lang="ko-KR" altLang="en-US" sz="1200" b="1" dirty="0" smtClean="0">
                <a:solidFill>
                  <a:srgbClr val="000000"/>
                </a:solidFill>
                <a:latin typeface="맑은 고딕" panose="020B0503020000020004" pitchFamily="34" charset="-127"/>
                <a:ea typeface="맑은 고딕" panose="020B0503020000020004" pitchFamily="34" charset="-127"/>
              </a:rPr>
              <a:t>내역</a:t>
            </a:r>
            <a:endParaRPr sz="1200" b="1" dirty="0">
              <a:solidFill>
                <a:srgbClr val="000000"/>
              </a:solidFill>
              <a:latin typeface="맑은 고딕" panose="020B0503020000020004" pitchFamily="34" charset="-127"/>
              <a:ea typeface="맑은 고딕" panose="020B0503020000020004" pitchFamily="34" charset="-127"/>
            </a:endParaRPr>
          </a:p>
        </p:txBody>
      </p:sp>
      <p:sp>
        <p:nvSpPr>
          <p:cNvPr id="12" name="TextBox 30"/>
          <p:cNvSpPr txBox="1"/>
          <p:nvPr/>
        </p:nvSpPr>
        <p:spPr>
          <a:xfrm>
            <a:off x="90086" y="5966698"/>
            <a:ext cx="8961120" cy="526298"/>
          </a:xfrm>
          <a:prstGeom prst="rect">
            <a:avLst/>
          </a:prstGeom>
          <a:noFill/>
          <a:ln>
            <a:noFill/>
          </a:ln>
        </p:spPr>
        <p:txBody>
          <a:bodyPr wrap="square" lIns="36576" tIns="9144" rIns="18288" bIns="9144">
            <a:spAutoFit/>
          </a:bodyPr>
          <a:lstStyle/>
          <a:p>
            <a:r>
              <a:rPr sz="1200" dirty="0">
                <a:solidFill>
                  <a:srgbClr val="000000"/>
                </a:solidFill>
                <a:latin typeface="맑은 고딕" panose="020B0503020000020004" pitchFamily="34" charset="-127"/>
                <a:ea typeface="맑은 고딕" panose="020B0503020000020004" pitchFamily="34" charset="-127"/>
              </a:rPr>
              <a:t>■ </a:t>
            </a:r>
            <a:r>
              <a:rPr lang="ko-KR" altLang="en-US" sz="1200" b="1" dirty="0" smtClean="0">
                <a:solidFill>
                  <a:srgbClr val="000000"/>
                </a:solidFill>
                <a:latin typeface="맑은 고딕" panose="020B0503020000020004" pitchFamily="34" charset="-127"/>
                <a:ea typeface="맑은 고딕" panose="020B0503020000020004" pitchFamily="34" charset="-127"/>
              </a:rPr>
              <a:t>결론</a:t>
            </a:r>
            <a:r>
              <a:rPr lang="en-US" altLang="ko-KR" sz="1200" dirty="0" smtClean="0">
                <a:solidFill>
                  <a:srgbClr val="000000"/>
                </a:solidFill>
                <a:latin typeface="맑은 고딕" panose="020B0503020000020004" pitchFamily="34" charset="-127"/>
                <a:ea typeface="맑은 고딕" panose="020B0503020000020004" pitchFamily="34" charset="-127"/>
              </a:rPr>
              <a:t> </a:t>
            </a:r>
          </a:p>
          <a:p>
            <a:r>
              <a:rPr lang="en-US" altLang="ko-KR" sz="1050" dirty="0">
                <a:solidFill>
                  <a:srgbClr val="000000"/>
                </a:solidFill>
                <a:latin typeface="맑은 고딕" panose="020B0503020000020004" pitchFamily="34" charset="-127"/>
                <a:ea typeface="맑은 고딕" panose="020B0503020000020004" pitchFamily="34" charset="-127"/>
              </a:rPr>
              <a:t> </a:t>
            </a:r>
            <a:r>
              <a:rPr lang="en-US" altLang="ko-KR" sz="1050" dirty="0" smtClean="0">
                <a:solidFill>
                  <a:srgbClr val="000000"/>
                </a:solidFill>
                <a:latin typeface="맑은 고딕" panose="020B0503020000020004" pitchFamily="34" charset="-127"/>
                <a:ea typeface="맑은 고딕" panose="020B0503020000020004" pitchFamily="34" charset="-127"/>
              </a:rPr>
              <a:t>   - </a:t>
            </a:r>
            <a:r>
              <a:rPr lang="ko-KR" altLang="en-US" sz="1050" dirty="0" err="1" smtClean="0">
                <a:solidFill>
                  <a:srgbClr val="000000"/>
                </a:solidFill>
                <a:latin typeface="맑은 고딕" panose="020B0503020000020004" pitchFamily="34" charset="-127"/>
                <a:ea typeface="맑은 고딕" panose="020B0503020000020004" pitchFamily="34" charset="-127"/>
              </a:rPr>
              <a:t>주물히터</a:t>
            </a:r>
            <a:r>
              <a:rPr lang="ko-KR" altLang="en-US" sz="1050" dirty="0" smtClean="0">
                <a:solidFill>
                  <a:srgbClr val="000000"/>
                </a:solidFill>
                <a:latin typeface="맑은 고딕" panose="020B0503020000020004" pitchFamily="34" charset="-127"/>
                <a:ea typeface="맑은 고딕" panose="020B0503020000020004" pitchFamily="34" charset="-127"/>
              </a:rPr>
              <a:t> 장기사용으로 인한 내부 코일</a:t>
            </a:r>
            <a:r>
              <a:rPr lang="en-US" altLang="ko-KR" sz="1050" dirty="0" smtClean="0">
                <a:solidFill>
                  <a:srgbClr val="000000"/>
                </a:solidFill>
                <a:latin typeface="맑은 고딕" panose="020B0503020000020004" pitchFamily="34" charset="-127"/>
                <a:ea typeface="맑은 고딕" panose="020B0503020000020004" pitchFamily="34" charset="-127"/>
              </a:rPr>
              <a:t>(</a:t>
            </a:r>
            <a:r>
              <a:rPr lang="ko-KR" altLang="en-US" sz="1050" dirty="0" smtClean="0">
                <a:solidFill>
                  <a:srgbClr val="000000"/>
                </a:solidFill>
                <a:latin typeface="맑은 고딕" panose="020B0503020000020004" pitchFamily="34" charset="-127"/>
                <a:ea typeface="맑은 고딕" panose="020B0503020000020004" pitchFamily="34" charset="-127"/>
              </a:rPr>
              <a:t>열선</a:t>
            </a:r>
            <a:r>
              <a:rPr lang="en-US" altLang="ko-KR" sz="1050" dirty="0" smtClean="0">
                <a:solidFill>
                  <a:srgbClr val="000000"/>
                </a:solidFill>
                <a:latin typeface="맑은 고딕" panose="020B0503020000020004" pitchFamily="34" charset="-127"/>
                <a:ea typeface="맑은 고딕" panose="020B0503020000020004" pitchFamily="34" charset="-127"/>
              </a:rPr>
              <a:t>) </a:t>
            </a:r>
            <a:r>
              <a:rPr lang="ko-KR" altLang="en-US" sz="1050" dirty="0" smtClean="0">
                <a:solidFill>
                  <a:srgbClr val="000000"/>
                </a:solidFill>
                <a:latin typeface="맑은 고딕" panose="020B0503020000020004" pitchFamily="34" charset="-127"/>
                <a:ea typeface="맑은 고딕" panose="020B0503020000020004" pitchFamily="34" charset="-127"/>
              </a:rPr>
              <a:t>단락 및 </a:t>
            </a:r>
            <a:r>
              <a:rPr lang="ko-KR" altLang="en-US" sz="1050" dirty="0" err="1" smtClean="0">
                <a:solidFill>
                  <a:srgbClr val="000000"/>
                </a:solidFill>
                <a:latin typeface="맑은 고딕" panose="020B0503020000020004" pitchFamily="34" charset="-127"/>
                <a:ea typeface="맑은 고딕" panose="020B0503020000020004" pitchFamily="34" charset="-127"/>
              </a:rPr>
              <a:t>분진등으로</a:t>
            </a:r>
            <a:r>
              <a:rPr lang="ko-KR" altLang="en-US" sz="1050" dirty="0" smtClean="0">
                <a:solidFill>
                  <a:srgbClr val="000000"/>
                </a:solidFill>
                <a:latin typeface="맑은 고딕" panose="020B0503020000020004" pitchFamily="34" charset="-127"/>
                <a:ea typeface="맑은 고딕" panose="020B0503020000020004" pitchFamily="34" charset="-127"/>
              </a:rPr>
              <a:t> 인한 화재 위험이 있으므로 재고 </a:t>
            </a:r>
            <a:r>
              <a:rPr lang="ko-KR" altLang="en-US" sz="1050" dirty="0" smtClean="0">
                <a:solidFill>
                  <a:srgbClr val="000000"/>
                </a:solidFill>
                <a:latin typeface="맑은 고딕" panose="020B0503020000020004" pitchFamily="34" charset="-127"/>
                <a:ea typeface="맑은 고딕" panose="020B0503020000020004" pitchFamily="34" charset="-127"/>
              </a:rPr>
              <a:t>확보 </a:t>
            </a:r>
            <a:r>
              <a:rPr lang="ko-KR" altLang="en-US" sz="1050" dirty="0" smtClean="0">
                <a:solidFill>
                  <a:srgbClr val="000000"/>
                </a:solidFill>
                <a:latin typeface="맑은 고딕" panose="020B0503020000020004" pitchFamily="34" charset="-127"/>
                <a:ea typeface="맑은 고딕" panose="020B0503020000020004" pitchFamily="34" charset="-127"/>
              </a:rPr>
              <a:t>후 문제 발생 시 즉각 교체 필요함</a:t>
            </a:r>
            <a:r>
              <a:rPr lang="en-US" altLang="ko-KR" sz="1050" dirty="0" smtClean="0">
                <a:solidFill>
                  <a:srgbClr val="000000"/>
                </a:solidFill>
                <a:latin typeface="맑은 고딕" panose="020B0503020000020004" pitchFamily="34" charset="-127"/>
                <a:ea typeface="맑은 고딕" panose="020B0503020000020004" pitchFamily="34" charset="-127"/>
              </a:rPr>
              <a:t>.</a:t>
            </a:r>
          </a:p>
          <a:p>
            <a:r>
              <a:rPr lang="en-US" sz="1050" dirty="0">
                <a:solidFill>
                  <a:srgbClr val="000000"/>
                </a:solidFill>
                <a:latin typeface="맑은 고딕" panose="020B0503020000020004" pitchFamily="34" charset="-127"/>
                <a:ea typeface="맑은 고딕" panose="020B0503020000020004" pitchFamily="34" charset="-127"/>
              </a:rPr>
              <a:t> </a:t>
            </a:r>
            <a:r>
              <a:rPr lang="en-US" sz="1050" dirty="0" smtClean="0">
                <a:solidFill>
                  <a:srgbClr val="000000"/>
                </a:solidFill>
                <a:latin typeface="맑은 고딕" panose="020B0503020000020004" pitchFamily="34" charset="-127"/>
                <a:ea typeface="맑은 고딕" panose="020B0503020000020004" pitchFamily="34" charset="-127"/>
              </a:rPr>
              <a:t>   - </a:t>
            </a:r>
            <a:r>
              <a:rPr lang="ko-KR" altLang="en-US" sz="1050" dirty="0" smtClean="0">
                <a:solidFill>
                  <a:srgbClr val="000000"/>
                </a:solidFill>
                <a:latin typeface="맑은 고딕" panose="020B0503020000020004" pitchFamily="34" charset="-127"/>
                <a:ea typeface="맑은 고딕" panose="020B0503020000020004" pitchFamily="34" charset="-127"/>
              </a:rPr>
              <a:t>신규 제작 </a:t>
            </a:r>
            <a:r>
              <a:rPr lang="ko-KR" altLang="en-US" sz="1050" dirty="0" err="1" smtClean="0">
                <a:solidFill>
                  <a:srgbClr val="000000"/>
                </a:solidFill>
                <a:latin typeface="맑은 고딕" panose="020B0503020000020004" pitchFamily="34" charset="-127"/>
                <a:ea typeface="맑은 고딕" panose="020B0503020000020004" pitchFamily="34" charset="-127"/>
              </a:rPr>
              <a:t>구매품</a:t>
            </a:r>
            <a:r>
              <a:rPr lang="ko-KR" altLang="en-US" sz="1050" dirty="0" smtClean="0">
                <a:solidFill>
                  <a:srgbClr val="000000"/>
                </a:solidFill>
                <a:latin typeface="맑은 고딕" panose="020B0503020000020004" pitchFamily="34" charset="-127"/>
                <a:ea typeface="맑은 고딕" panose="020B0503020000020004" pitchFamily="34" charset="-127"/>
              </a:rPr>
              <a:t> 입고 시 </a:t>
            </a:r>
            <a:r>
              <a:rPr lang="ko-KR" altLang="en-US" sz="1050" dirty="0" err="1" smtClean="0">
                <a:solidFill>
                  <a:srgbClr val="000000"/>
                </a:solidFill>
                <a:latin typeface="맑은 고딕" panose="020B0503020000020004" pitchFamily="34" charset="-127"/>
                <a:ea typeface="맑은 고딕" panose="020B0503020000020004" pitchFamily="34" charset="-127"/>
              </a:rPr>
              <a:t>불량검수</a:t>
            </a:r>
            <a:r>
              <a:rPr lang="ko-KR" altLang="en-US" sz="1050" dirty="0" smtClean="0">
                <a:solidFill>
                  <a:srgbClr val="000000"/>
                </a:solidFill>
                <a:latin typeface="맑은 고딕" panose="020B0503020000020004" pitchFamily="34" charset="-127"/>
                <a:ea typeface="맑은 고딕" panose="020B0503020000020004" pitchFamily="34" charset="-127"/>
              </a:rPr>
              <a:t> 방법 검토</a:t>
            </a:r>
            <a:endParaRPr sz="1050" dirty="0">
              <a:solidFill>
                <a:srgbClr val="000000"/>
              </a:solidFill>
              <a:latin typeface="맑은 고딕" panose="020B0503020000020004" pitchFamily="34" charset="-127"/>
              <a:ea typeface="맑은 고딕" panose="020B0503020000020004" pitchFamily="34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4224488642"/>
      </p:ext>
    </p:extLst>
  </p:cSld>
  <p:clrMapOvr>
    <a:masterClrMapping/>
  </p:clrMapOvr>
  <p:transition>
    <p:strips/>
  </p:transition>
  <p:timing>
    <p:tnLst>
      <p:par>
        <p:cTn id="1" dur="indefinite" restart="never" nodeType="tmRoot"/>
      </p:par>
    </p:tnLst>
  </p:timing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png"/></Relationships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blipFill dpi="0" rotWithShape="1">
          <a:blip xmlns:r="http://schemas.openxmlformats.org/officeDocument/2006/relationships" r:embed="rId1">
            <a:alphaModFix amt="67000"/>
          </a:blip>
          <a:srcRect/>
          <a:stretch>
            <a:fillRect/>
          </a:stretch>
        </a:blip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/>
</a:theme>
</file>

<file path=ppt/theme/theme2.xml><?xml version="1.0" encoding="utf-8"?>
<a:theme xmlns:a="http://schemas.openxmlformats.org/drawingml/2006/main" name="6_디자인 사용자 지정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5_디자인 사용자 지정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4.xml><?xml version="1.0" encoding="utf-8"?>
<a:theme xmlns:a="http://schemas.openxmlformats.org/drawingml/2006/main" name="3_디자인 사용자 지정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5.xml><?xml version="1.0" encoding="utf-8"?>
<a:theme xmlns:a="http://schemas.openxmlformats.org/drawingml/2006/main" name="4_디자인 사용자 지정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6.xml><?xml version="1.0" encoding="utf-8"?>
<a:theme xmlns:a="http://schemas.openxmlformats.org/drawingml/2006/main" name="2_디자인 사용자 지정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7.xml><?xml version="1.0" encoding="utf-8"?>
<a:theme xmlns:a="http://schemas.openxmlformats.org/drawingml/2006/main" name="1_디자인 사용자 지정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8.xml><?xml version="1.0" encoding="utf-8"?>
<a:theme xmlns:a="http://schemas.openxmlformats.org/drawingml/2006/main" name="디자인 사용자 지정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9.xml><?xml version="1.0" encoding="utf-8"?>
<a:theme xmlns:a="http://schemas.openxmlformats.org/drawingml/2006/main" name="Office 테마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10.xml><?xml version="1.0" encoding="utf-8"?>
<a:theme xmlns:a="http://schemas.openxmlformats.org/drawingml/2006/main" name="Office 테마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36423</TotalTime>
  <Words>201</Words>
  <Application>Microsoft Office PowerPoint</Application>
  <PresentationFormat>화면 슬라이드 쇼(4:3)</PresentationFormat>
  <Paragraphs>31</Paragraphs>
  <Slides>1</Slides>
  <Notes>1</Notes>
  <HiddenSlides>0</HiddenSlides>
  <MMClips>0</MMClips>
  <ScaleCrop>false</ScaleCrop>
  <HeadingPairs>
    <vt:vector size="8" baseType="variant">
      <vt:variant>
        <vt:lpstr>사용한 글꼴</vt:lpstr>
      </vt:variant>
      <vt:variant>
        <vt:i4>5</vt:i4>
      </vt:variant>
      <vt:variant>
        <vt:lpstr>테마</vt:lpstr>
      </vt:variant>
      <vt:variant>
        <vt:i4>8</vt:i4>
      </vt:variant>
      <vt:variant>
        <vt:lpstr>슬라이드 제목</vt:lpstr>
      </vt:variant>
      <vt:variant>
        <vt:i4>1</vt:i4>
      </vt:variant>
      <vt:variant>
        <vt:lpstr>재구성한 쇼</vt:lpstr>
      </vt:variant>
      <vt:variant>
        <vt:i4>1</vt:i4>
      </vt:variant>
    </vt:vector>
  </HeadingPairs>
  <TitlesOfParts>
    <vt:vector size="15" baseType="lpstr">
      <vt:lpstr>HY견고딕</vt:lpstr>
      <vt:lpstr>굴림</vt:lpstr>
      <vt:lpstr>돋움</vt:lpstr>
      <vt:lpstr>맑은 고딕</vt:lpstr>
      <vt:lpstr>Arial</vt:lpstr>
      <vt:lpstr>Office 테마</vt:lpstr>
      <vt:lpstr>6_디자인 사용자 지정</vt:lpstr>
      <vt:lpstr>5_디자인 사용자 지정</vt:lpstr>
      <vt:lpstr>3_디자인 사용자 지정</vt:lpstr>
      <vt:lpstr>4_디자인 사용자 지정</vt:lpstr>
      <vt:lpstr>2_디자인 사용자 지정</vt:lpstr>
      <vt:lpstr>1_디자인 사용자 지정</vt:lpstr>
      <vt:lpstr>디자인 사용자 지정</vt:lpstr>
      <vt:lpstr>PowerPoint 프레젠테이션</vt:lpstr>
      <vt:lpstr>재구성한 쇼 1</vt:lpstr>
    </vt:vector>
  </TitlesOfParts>
  <Company>고구려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슬라이드 1</dc:title>
  <dc:creator>광개토대왕</dc:creator>
  <cp:lastModifiedBy>a</cp:lastModifiedBy>
  <cp:revision>1707</cp:revision>
  <cp:lastPrinted>2026-03-03T23:42:12Z</cp:lastPrinted>
  <dcterms:created xsi:type="dcterms:W3CDTF">2006-12-21T02:27:07Z</dcterms:created>
  <dcterms:modified xsi:type="dcterms:W3CDTF">2026-06-12T02:24:29Z</dcterms:modified>
</cp:coreProperties>
</file>