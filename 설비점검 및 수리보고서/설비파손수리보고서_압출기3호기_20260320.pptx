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18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microsoft.com/office/2007/relationships/hdphoto" Target="../media/hdphoto1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2377440"/>
            <a:ext cx="8485632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9184" y="2468880"/>
            <a:ext cx="84856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맑은 고딕"/>
              </a:rPr>
              <a:t>설비파손 및 수리보고서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3520440"/>
            <a:ext cx="8485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05050"/>
                </a:solidFill>
                <a:latin typeface="맑은 고딕"/>
              </a:rPr>
              <a:t>압출기 3호기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4160520"/>
            <a:ext cx="8485632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4297680"/>
            <a:ext cx="8485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맑은 고딕"/>
              </a:rPr>
              <a:t>2026년 3월 20일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4800600"/>
            <a:ext cx="8485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맑은 고딕"/>
              </a:rPr>
              <a:t>작성자 : 정차장   |   부서 : 생산관리팀 공정관리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73883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맑은 고딕"/>
              </a:rPr>
              <a:t>[ 설비파손 및 수리보고서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08976" y="164592"/>
            <a:ext cx="914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1F1F1F"/>
                </a:solidFill>
                <a:latin typeface="맑은 고딕"/>
              </a:rPr>
              <a:t>- 1 -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978408"/>
            <a:ext cx="146304" cy="14630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914400"/>
            <a:ext cx="833018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</a:rPr>
              <a:t>개요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9184" y="1216152"/>
          <a:ext cx="848563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6364224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발생 일시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2026년 3월 20일</a:t>
                      </a:r>
                    </a:p>
                  </a:txBody>
                  <a:tcPr>
                    <a:noFill/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설비 호기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압출기 3호기</a:t>
                      </a:r>
                    </a:p>
                  </a:txBody>
                  <a:tcPr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파손 원인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감속기 베어링 과부하로 인한 파손. 생산 중 이상 소음 감지 후 설비 정지. 장기 운전에 따른 윤활 부족 및 금속 마모 진행으로 판단됨.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9184" y="3255264"/>
            <a:ext cx="146304" cy="14630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3191256"/>
            <a:ext cx="833018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</a:rPr>
              <a:t>조치사항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493008"/>
            <a:ext cx="8375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맑은 고딕"/>
              </a:rPr>
              <a:t>· 즉시 조치: 이상 소음 감지 즉시 설비 정지, 전원 차단 및 안전구역 설정. 유지보수팀 긴급 출동.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4041648"/>
            <a:ext cx="83759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맑은 고딕"/>
              </a:rPr>
              <a:t>· 임시 조치: 해당 압출기 생산 중단 및 2호기로 생산 전환. 수동 점검 실시.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4389120"/>
            <a:ext cx="83759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맑은 고딕"/>
              </a:rPr>
              <a:t>· 추가 계획: 3월 25일 정기 점검 시 감속기 전체 분해 점검 및 부품 교체 예정.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" y="4892040"/>
            <a:ext cx="146304" cy="14630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4828032"/>
            <a:ext cx="833018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</a:rPr>
              <a:t>비가동시간 및 발생비용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9184" y="5129784"/>
          <a:ext cx="475195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742"/>
                <a:gridCol w="2946211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비가동 시간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5.5 시간</a:t>
                      </a:r>
                    </a:p>
                  </a:txBody>
                  <a:tcPr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생산 손실량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3,300 kg</a:t>
                      </a:r>
                    </a:p>
                  </a:txBody>
                  <a:tcPr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시간당 손실비용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450,000 원</a:t>
                      </a:r>
                    </a:p>
                  </a:txBody>
                  <a:tcPr>
                    <a:noFill/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총 비가동 비용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2,475,000 원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09737" y="5358384"/>
            <a:ext cx="35050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1F1F"/>
                </a:solidFill>
                <a:latin typeface="맑은 고딕"/>
              </a:rPr>
              <a:t>총 비가동 손실비용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9737" y="5788152"/>
            <a:ext cx="35050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40000"/>
                </a:solidFill>
                <a:latin typeface="맑은 고딕"/>
              </a:rPr>
              <a:t>₩ 2,475,000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73883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맑은 고딕"/>
              </a:rPr>
              <a:t>[ 설비파손 및 수리보고서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08976" y="164592"/>
            <a:ext cx="914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1F1F1F"/>
                </a:solidFill>
                <a:latin typeface="맑은 고딕"/>
              </a:rPr>
              <a:t>- 2 -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978408"/>
            <a:ext cx="146304" cy="14630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914400"/>
            <a:ext cx="833018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</a:rPr>
              <a:t>파손 설비 수리내역 및 견적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9184" y="1216152"/>
          <a:ext cx="848562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51"/>
                <a:gridCol w="1697126"/>
                <a:gridCol w="1527413"/>
                <a:gridCol w="1527413"/>
                <a:gridCol w="1697126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파손 부위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수리 방법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신품 구매비(원)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수리비(원)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비용 비교</a:t>
                      </a:r>
                    </a:p>
                  </a:txBody>
                  <a:tcP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감속기 베어링 (SKF 6310)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베어링 교체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850,000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380,000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절감 470,000원</a:t>
                      </a:r>
                    </a:p>
                  </a:txBody>
                  <a:tcP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감속기 오일씰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오일씰 교체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120,000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80,000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절감 40,000원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9184" y="2084832"/>
          <a:ext cx="848562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988"/>
                <a:gridCol w="2375976"/>
                <a:gridCol w="2375976"/>
                <a:gridCol w="2545689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신품 구매 합계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수리 합계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차이(절감액)</a:t>
                      </a:r>
                    </a:p>
                  </a:txBody>
                  <a:tcP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970,000 원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460,000 원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510,000 원 절감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9184" y="2825496"/>
            <a:ext cx="146304" cy="14630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2761488"/>
            <a:ext cx="833018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</a:rPr>
              <a:t>재고현황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9184" y="3063240"/>
          <a:ext cx="848562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976"/>
                <a:gridCol w="933419"/>
                <a:gridCol w="763706"/>
                <a:gridCol w="1442557"/>
                <a:gridCol w="2969971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설비명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규격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재고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보관위치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압출기 3호기 (동일)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75mm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창고 없음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재고 없음, 구매 필요</a:t>
                      </a:r>
                    </a:p>
                  </a:txBody>
                  <a:tcP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압출기 2호기 (유사)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65mm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창고 A-3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규격 상이, 대체 불가</a:t>
                      </a:r>
                    </a:p>
                  </a:txBody>
                  <a:tcP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압출기 1호기 (동일)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75mm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창고 없음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재고 없음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9184" y="4352544"/>
            <a:ext cx="146304" cy="14630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4288536"/>
            <a:ext cx="833018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</a:rPr>
              <a:t>결론 및 의사결정 제안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9184" y="4590288"/>
          <a:ext cx="5770229.76000000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409"/>
                <a:gridCol w="1923409"/>
                <a:gridCol w="1923411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수리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신품 구매</a:t>
                      </a:r>
                    </a:p>
                  </a:txBody>
                  <a:tcP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수리비 460,000원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신품 970,000원</a:t>
                      </a:r>
                    </a:p>
                  </a:txBody>
                  <a:tcP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처리 기간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처리기간 2일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납기 4일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29184" y="5568696"/>
            <a:ext cx="146304" cy="14630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5504688"/>
            <a:ext cx="833018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맑은 고딕"/>
              </a:rPr>
              <a:t>최종 결론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5806440"/>
            <a:ext cx="8257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0000"/>
                </a:solidFill>
                <a:latin typeface="맑은 고딕"/>
              </a:rPr>
              <a:t>수리 진행 권고 — 비용 절감 510,000원, 복구 기간 단축 2일. 재고 확보를 위해 부품 2세트 추가 발주 요청.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35459</TotalTime>
  <Words>274</Words>
  <Application>Microsoft Office PowerPoint</Application>
  <PresentationFormat>화면 슬라이드 쇼(4:3)</PresentationFormat>
  <Paragraphs>26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1655</cp:revision>
  <cp:lastPrinted>2026-02-24T05:48:36Z</cp:lastPrinted>
  <dcterms:created xsi:type="dcterms:W3CDTF">2006-12-21T02:27:07Z</dcterms:created>
  <dcterms:modified xsi:type="dcterms:W3CDTF">2026-03-07T10:12:45Z</dcterms:modified>
</cp:coreProperties>
</file>