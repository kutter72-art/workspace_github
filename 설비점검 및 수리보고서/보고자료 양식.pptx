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5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186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909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1560" y="683818"/>
            <a:ext cx="396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생산팀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외국인 근로자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미라지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공상처리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내용정리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1600" y="1098110"/>
            <a:ext cx="792088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사건개요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- 2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공장 외국인 작업자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미라지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가 허리 통증을 호소하였으며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당진종합병원 진찰 결과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’21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근무 중 다쳤던 부위가 다시 재발한 것으로 의사 소견을 받음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또한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담당의사가 긴급 시술을 권고하였고, 본인도 시술로 빠른 치료를 원하였으며 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이전 사고로 </a:t>
            </a:r>
            <a:r>
              <a:rPr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다친부위의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재발로 </a:t>
            </a:r>
            <a:r>
              <a:rPr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공상처리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요청함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공상처리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승인 후 병원을 당진종합병원이 아닌 천안의 </a:t>
            </a:r>
            <a:r>
              <a:rPr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연세나무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병원에서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시술을 받고 구정연휴 기간 휴식을 취하고 복귀 </a:t>
            </a:r>
            <a:r>
              <a:rPr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예정이었음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- 2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연휴 후 본인이 계속해서 다리 통증을 호소하여 복귀를 연기하고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25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시술병원에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진료 및 </a:t>
            </a:r>
            <a:r>
              <a:rPr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의사검진을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받음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의사소견은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시술을 했으나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환자가 계속해서 통증을 호소하므로 수술을 받아야 한다고 함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이에 본인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미라지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은 본국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스리랑카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돌아가 </a:t>
            </a:r>
            <a:r>
              <a:rPr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전통치료를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받기를 희망하였으며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치료비가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한화 약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천만원 가량으로 이를 회사에서 일부 지원해주기를 희망했으나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 부분은 </a:t>
            </a:r>
            <a:r>
              <a:rPr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근거없는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의료 행위로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지원할 수 없다고 통보함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본인은 한국에서의 치료는 받을 수 없고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자비로 스리랑카에서 치료를 받고 오겠다고 하며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아래 사항을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요청함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①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스리랑카에서의 치료기간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(3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~ 4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항공권 참조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내 급여 </a:t>
            </a:r>
            <a:r>
              <a:rPr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공상처리로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지원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②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치료를 마치고 건강에 이상이 없을 경우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본인 </a:t>
            </a:r>
            <a:r>
              <a:rPr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비자기간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(’27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까지 </a:t>
            </a:r>
            <a:r>
              <a:rPr lang="ko-KR" altLang="en-US" sz="11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생산팀에서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근무를 원함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연장 불가 통보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③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치료를 마쳤는데도 통증이 계속될 경우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본인이 퇴사할 예정임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항공권 티켓을 완료했으며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회사의 의사와는 상관없이 치료를 위해서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1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출국 예정임</a:t>
            </a:r>
            <a:endParaRPr lang="en-US" altLang="ko-KR" sz="11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096483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1560" y="683818"/>
            <a:ext cx="396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생산팀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외국인 근로자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미라지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공상처리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내용정리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1600" y="1098110"/>
            <a:ext cx="7920880" cy="313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1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미라지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875817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35459</TotalTime>
  <Words>274</Words>
  <Application>Microsoft Office PowerPoint</Application>
  <PresentationFormat>화면 슬라이드 쇼(4:3)</PresentationFormat>
  <Paragraphs>26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1655</cp:revision>
  <cp:lastPrinted>2026-02-24T05:48:36Z</cp:lastPrinted>
  <dcterms:created xsi:type="dcterms:W3CDTF">2006-12-21T02:27:07Z</dcterms:created>
  <dcterms:modified xsi:type="dcterms:W3CDTF">2026-03-07T10:12:45Z</dcterms:modified>
</cp:coreProperties>
</file>