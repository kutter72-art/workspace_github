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6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7.xml" ContentType="application/vnd.openxmlformats-officedocument.theme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9" r:id="rId1"/>
    <p:sldMasterId id="2147483908" r:id="rId2"/>
    <p:sldMasterId id="2147483895" r:id="rId3"/>
    <p:sldMasterId id="2147483871" r:id="rId4"/>
    <p:sldMasterId id="2147483883" r:id="rId5"/>
    <p:sldMasterId id="2147483857" r:id="rId6"/>
    <p:sldMasterId id="2147483843" r:id="rId7"/>
    <p:sldMasterId id="2147483831" r:id="rId8"/>
  </p:sldMasterIdLst>
  <p:notesMasterIdLst>
    <p:notesMasterId r:id="rId11"/>
  </p:notesMasterIdLst>
  <p:handoutMasterIdLst>
    <p:handoutMasterId r:id="rId12"/>
  </p:handoutMasterIdLst>
  <p:sldIdLst>
    <p:sldId id="577" r:id="rId9"/>
    <p:sldId id="578" r:id="rId10"/>
  </p:sldIdLst>
  <p:sldSz cx="9144000" cy="6858000" type="screen4x3"/>
  <p:notesSz cx="9939338" cy="6807200"/>
  <p:custShowLst>
    <p:custShow name="재구성한 쇼 1" id="0">
      <p:sldLst/>
    </p:custShow>
  </p:custShow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4">
          <p15:clr>
            <a:srgbClr val="A4A3A4"/>
          </p15:clr>
        </p15:guide>
        <p15:guide id="2" pos="313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명섭" initials="김" lastIdx="1" clrIdx="0">
    <p:extLst>
      <p:ext uri="{19B8F6BF-5375-455C-9EA6-DF929625EA0E}">
        <p15:presenceInfo xmlns:p15="http://schemas.microsoft.com/office/powerpoint/2012/main" userId="김명섭" providerId="None"/>
      </p:ext>
    </p:extLst>
  </p:cmAuthor>
  <p:cmAuthor id="2" name="pc" initials="p" lastIdx="2" clrIdx="1">
    <p:extLst>
      <p:ext uri="{19B8F6BF-5375-455C-9EA6-DF929625EA0E}">
        <p15:presenceInfo xmlns:p15="http://schemas.microsoft.com/office/powerpoint/2012/main" userId="p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78946A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93" autoAdjust="0"/>
    <p:restoredTop sz="94329" autoAdjust="0"/>
  </p:normalViewPr>
  <p:slideViewPr>
    <p:cSldViewPr>
      <p:cViewPr varScale="1">
        <p:scale>
          <a:sx n="81" d="100"/>
          <a:sy n="81" d="100"/>
        </p:scale>
        <p:origin x="158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9" d="100"/>
          <a:sy n="89" d="100"/>
        </p:scale>
        <p:origin x="1795" y="72"/>
      </p:cViewPr>
      <p:guideLst>
        <p:guide orient="horz" pos="2144"/>
        <p:guide pos="313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viewProps" Target="viewProps.xml"/><Relationship Id="rId10" Type="http://schemas.openxmlformats.org/officeDocument/2006/relationships/slide" Target="slides/slide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D8787D3-E3BE-411B-8CBD-52C0E9B041B0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67075" y="511175"/>
            <a:ext cx="3405188" cy="2552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4395" y="3233646"/>
            <a:ext cx="7950549" cy="3062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 smtClean="0"/>
              <a:t>마스터 텍스트 스타일을 편집합니다</a:t>
            </a:r>
          </a:p>
          <a:p>
            <a:pPr lvl="1"/>
            <a:r>
              <a:rPr lang="ko-KR" altLang="en-US" noProof="0" dirty="0" smtClean="0"/>
              <a:t>둘째 수준</a:t>
            </a:r>
          </a:p>
          <a:p>
            <a:pPr lvl="2"/>
            <a:r>
              <a:rPr lang="ko-KR" altLang="en-US" noProof="0" dirty="0" smtClean="0"/>
              <a:t>셋째 수준</a:t>
            </a:r>
          </a:p>
          <a:p>
            <a:pPr lvl="3"/>
            <a:r>
              <a:rPr lang="ko-KR" altLang="en-US" noProof="0" dirty="0" smtClean="0"/>
              <a:t>넷째 수준</a:t>
            </a:r>
          </a:p>
          <a:p>
            <a:pPr lvl="4"/>
            <a:r>
              <a:rPr lang="ko-KR" altLang="en-US" noProof="0" dirty="0" smtClean="0"/>
              <a:t>다섯째 수준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dirty="0" smtClean="0"/>
              <a:t>1</a:t>
            </a:r>
            <a:endParaRPr lang="en-US" altLang="ko-KR" dirty="0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76D00FA-ACDB-4E76-B4C4-8923059EF29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2583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27464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C71F5989-0B2C-40D6-A07B-F109FC3A719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672085B-8B2F-4A51-AFDE-E0DD93C09D7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BAB8F52-FE06-4EAB-AD22-405C07BF39F1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171B0C5-A575-454E-AE3D-D51437ADCC4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140A7C6-E485-4D33-A61D-B9392FA3146E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71D1729-8FE6-42F7-B221-49EDC1BEAAE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 trans="10000" pressure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5457"/>
            <a:ext cx="9180512" cy="6530758"/>
          </a:xfrm>
          <a:prstGeom prst="rect">
            <a:avLst/>
          </a:prstGeom>
          <a:effectLst>
            <a:softEdge rad="1270000"/>
          </a:effectLst>
        </p:spPr>
      </p:pic>
      <p:sp>
        <p:nvSpPr>
          <p:cNvPr id="16" name="TextBox 15"/>
          <p:cNvSpPr txBox="1"/>
          <p:nvPr userDrawn="1"/>
        </p:nvSpPr>
        <p:spPr>
          <a:xfrm>
            <a:off x="4357686" y="6573997"/>
            <a:ext cx="4286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735533F-C62C-4307-9F1D-914B235333A8}" type="slidenum">
              <a:rPr lang="ko-KR" altLang="en-US" sz="1000" baseline="0" smtClean="0">
                <a:latin typeface="돋움" pitchFamily="50" charset="-127"/>
                <a:ea typeface="돋움" pitchFamily="50" charset="-127"/>
              </a:rPr>
              <a:pPr/>
              <a:t>‹#›</a:t>
            </a:fld>
            <a:endParaRPr lang="ko-KR" altLang="en-US" sz="1000" baseline="0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3214678" y="6492875"/>
            <a:ext cx="2133600" cy="365125"/>
          </a:xfr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0465BDB-E0F8-47EA-A8B6-865B92D92D4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DBCAAB8-C411-493F-8989-7E976C3EBB5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EE652E9-3C82-43B5-B58B-8F7A3F3DA9A8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1905DFA1-E019-4196-B665-D0FED29EC654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80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9.xml"/><Relationship Id="rId3" Type="http://schemas.openxmlformats.org/officeDocument/2006/relationships/slideLayout" Target="../slideLayouts/slideLayout84.xml"/><Relationship Id="rId7" Type="http://schemas.openxmlformats.org/officeDocument/2006/relationships/slideLayout" Target="../slideLayouts/slideLayout88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3.xml"/><Relationship Id="rId1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92.xml"/><Relationship Id="rId5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91.xml"/><Relationship Id="rId4" Type="http://schemas.openxmlformats.org/officeDocument/2006/relationships/slideLayout" Target="../slideLayouts/slideLayout85.xml"/><Relationship Id="rId9" Type="http://schemas.openxmlformats.org/officeDocument/2006/relationships/slideLayout" Target="../slideLayouts/slideLayout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6096000" cy="3937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670648" y="6553200"/>
            <a:ext cx="549424" cy="387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Rectangle 25"/>
          <p:cNvSpPr>
            <a:spLocks noChangeArrowheads="1"/>
          </p:cNvSpPr>
          <p:nvPr userDrawn="1"/>
        </p:nvSpPr>
        <p:spPr bwMode="auto">
          <a:xfrm>
            <a:off x="0" y="54868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/>
          <a:p>
            <a:pPr eaLnBrk="1" hangingPunct="1">
              <a:defRPr/>
            </a:pPr>
            <a:endParaRPr kumimoji="0" lang="ko-KR" altLang="en-US" sz="2800">
              <a:solidFill>
                <a:schemeClr val="tx2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8" name="Rectangle 26"/>
          <p:cNvSpPr>
            <a:spLocks noChangeArrowheads="1"/>
          </p:cNvSpPr>
          <p:nvPr userDrawn="1"/>
        </p:nvSpPr>
        <p:spPr bwMode="auto">
          <a:xfrm>
            <a:off x="0" y="655320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>
            <a:lvl1pPr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l" eaLnBrk="1" hangingPunct="1">
              <a:defRPr/>
            </a:pPr>
            <a:r>
              <a:rPr lang="ko-KR" altLang="en-US" sz="24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endParaRPr lang="ko-KR" altLang="en-US" sz="3000" dirty="0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7" descr="대하로고.png"/>
          <p:cNvPicPr>
            <a:picLocks noChangeAspect="1"/>
          </p:cNvPicPr>
          <p:nvPr userDrawn="1"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7524328" y="127000"/>
            <a:ext cx="1440160" cy="397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56" r:id="rId7"/>
    <p:sldLayoutId id="2147483907" r:id="rId8"/>
    <p:sldLayoutId id="2147483870" r:id="rId9"/>
    <p:sldLayoutId id="2147483869" r:id="rId10"/>
    <p:sldLayoutId id="2147483827" r:id="rId11"/>
    <p:sldLayoutId id="2147483855" r:id="rId12"/>
    <p:sldLayoutId id="2147483828" r:id="rId13"/>
    <p:sldLayoutId id="2147483829" r:id="rId14"/>
    <p:sldLayoutId id="2147483830" r:id="rId15"/>
  </p:sldLayoutIdLst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98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98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98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98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98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98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  <p:sldLayoutId id="2147483919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1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7332" y="251770"/>
            <a:ext cx="8500000" cy="28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[ </a:t>
            </a:r>
            <a:r>
              <a:rPr lang="ko-KR" altLang="en-US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보전</a:t>
            </a:r>
            <a:r>
              <a:rPr lang="en-US" altLang="ko-KR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기계</a:t>
            </a:r>
            <a:r>
              <a:rPr lang="en-US" altLang="ko-KR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설비</a:t>
            </a:r>
            <a:r>
              <a:rPr lang="en-US" altLang="ko-KR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)_</a:t>
            </a:r>
            <a:r>
              <a:rPr lang="ko-KR" altLang="en-US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구매</a:t>
            </a:r>
            <a:r>
              <a:rPr lang="en-US" altLang="ko-KR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_LIW FW80 Cover Sealing &amp; Paddle Drive_</a:t>
            </a:r>
            <a:r>
              <a:rPr lang="ko-KR" altLang="en-US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보고일 </a:t>
            </a:r>
            <a:r>
              <a:rPr lang="en-US" altLang="ko-KR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5</a:t>
            </a:r>
            <a:r>
              <a:rPr lang="ko-KR" altLang="en-US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16</a:t>
            </a:r>
            <a:r>
              <a:rPr lang="ko-KR" altLang="en-US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일 </a:t>
            </a:r>
            <a:r>
              <a:rPr lang="en-US" altLang="ko-KR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1200" b="1" dirty="0"/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0953877"/>
              </p:ext>
            </p:extLst>
          </p:nvPr>
        </p:nvGraphicFramePr>
        <p:xfrm>
          <a:off x="9423" y="661007"/>
          <a:ext cx="9108508" cy="21199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129">
                  <a:extLst>
                    <a:ext uri="{9D8B030D-6E8A-4147-A177-3AD203B41FA5}">
                      <a16:colId xmlns:a16="http://schemas.microsoft.com/office/drawing/2014/main" val="1279869001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542279608"/>
                    </a:ext>
                  </a:extLst>
                </a:gridCol>
                <a:gridCol w="3528392">
                  <a:extLst>
                    <a:ext uri="{9D8B030D-6E8A-4147-A177-3AD203B41FA5}">
                      <a16:colId xmlns:a16="http://schemas.microsoft.com/office/drawing/2014/main" val="3764117902"/>
                    </a:ext>
                  </a:extLst>
                </a:gridCol>
                <a:gridCol w="1117391">
                  <a:extLst>
                    <a:ext uri="{9D8B030D-6E8A-4147-A177-3AD203B41FA5}">
                      <a16:colId xmlns:a16="http://schemas.microsoft.com/office/drawing/2014/main" val="2131341835"/>
                    </a:ext>
                  </a:extLst>
                </a:gridCol>
                <a:gridCol w="2060388">
                  <a:extLst>
                    <a:ext uri="{9D8B030D-6E8A-4147-A177-3AD203B41FA5}">
                      <a16:colId xmlns:a16="http://schemas.microsoft.com/office/drawing/2014/main" val="4163765789"/>
                    </a:ext>
                  </a:extLst>
                </a:gridCol>
              </a:tblGrid>
              <a:tr h="25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번호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내용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세부내용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 smtClean="0">
                          <a:solidFill>
                            <a:schemeClr val="tx1"/>
                          </a:solidFill>
                        </a:rPr>
                        <a:t>최종금액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비  고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1294538"/>
                  </a:ext>
                </a:extLst>
              </a:tr>
              <a:tr h="18456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15호기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Main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Side 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BRABENDER LIW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FW80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Cover Sealing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algn="ctr"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및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algn="ctr"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Paddle Drive 구매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■ 개요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- 15호기 Main</a:t>
                      </a:r>
                      <a:r>
                        <a:rPr lang="en-US" altLang="ko-KR" sz="11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Side</a:t>
                      </a:r>
                      <a:r>
                        <a:rPr lang="en-US" altLang="ko-KR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BRABENDER LIW FW80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  Cover Sealing 마모로 신품 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교체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</a:t>
                      </a:r>
                      <a:r>
                        <a:rPr lang="ko-KR" altLang="en-US" sz="11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Eccenter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Paddle Drive 파손으로 신품 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교체</a:t>
                      </a:r>
                      <a:endParaRPr lang="en-US" altLang="ko-KR" sz="11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</a:t>
                      </a:r>
                      <a:r>
                        <a:rPr lang="ko-KR" altLang="en-US" sz="11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구매사유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en-US" altLang="ko-KR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: 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교체 후 </a:t>
                      </a:r>
                      <a:r>
                        <a:rPr lang="ko-KR" altLang="en-US" sz="11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예비품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구매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■ 첨부1. 견적서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         (한솔F&amp;S / NEGO ₩2,600,000 / VAT별도)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첨부2. 사진대지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₩2,600,000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algn="ctr" latinLnBrk="1"/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(VAT별도)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3387800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67544" y="2815228"/>
            <a:ext cx="28803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▶ 첨부</a:t>
            </a:r>
            <a:r>
              <a:rPr lang="en-US" altLang="ko-KR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1. </a:t>
            </a:r>
            <a:r>
              <a:rPr lang="ko-KR" altLang="en-US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구매내역</a:t>
            </a:r>
            <a:endParaRPr lang="ko-KR" altLang="en-US" sz="1200" dirty="0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67544" y="4511518"/>
            <a:ext cx="28803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▶ 첨부</a:t>
            </a:r>
            <a:r>
              <a:rPr lang="en-US" altLang="ko-KR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2. </a:t>
            </a:r>
            <a:r>
              <a:rPr lang="ko-KR" altLang="en-US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사진대지</a:t>
            </a:r>
            <a:endParaRPr lang="ko-KR" altLang="en-US" sz="1200" dirty="0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798" y="4830730"/>
            <a:ext cx="2644369" cy="165368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9477" y="4830730"/>
            <a:ext cx="2484335" cy="169178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0000" y="930000"/>
            <a:ext cx="1930000" cy="185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392" y="3090679"/>
            <a:ext cx="4930736" cy="1428752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9695" y="4827079"/>
            <a:ext cx="2670080" cy="16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488642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2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7332" y="251770"/>
            <a:ext cx="8500000" cy="28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[ </a:t>
            </a:r>
            <a:r>
              <a:rPr lang="ko-KR" altLang="en-US" sz="1200" b="1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호기별</a:t>
            </a:r>
            <a:r>
              <a:rPr lang="ko-KR" altLang="en-US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LIW </a:t>
            </a:r>
            <a:r>
              <a:rPr lang="ko-KR" altLang="en-US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현황 및 </a:t>
            </a:r>
            <a:r>
              <a:rPr lang="ko-KR" altLang="en-US" sz="1200" b="1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예비품</a:t>
            </a:r>
            <a:r>
              <a:rPr lang="ko-KR" altLang="en-US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보유현황 </a:t>
            </a:r>
            <a:r>
              <a:rPr lang="en-US" altLang="ko-KR" sz="12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1200" b="1" dirty="0"/>
          </a:p>
        </p:txBody>
      </p:sp>
      <p:pic>
        <p:nvPicPr>
          <p:cNvPr id="12" name="그림 1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860" y="836712"/>
            <a:ext cx="9098280" cy="4023360"/>
          </a:xfrm>
          <a:prstGeom prst="rect">
            <a:avLst/>
          </a:prstGeom>
          <a:solidFill>
            <a:srgbClr xmlns:mc="http://schemas.openxmlformats.org/markup-compatibility/2006" xmlns:a14="http://schemas.microsoft.com/office/drawing/2010/main" val="FFFFFF" mc:Ignorable="a14" a14:legacySpreadsheetColorIndex="9"/>
          </a:solidFill>
          <a:ln w="9525">
            <a:solidFill>
              <a:srgbClr xmlns:mc="http://schemas.openxmlformats.org/markup-compatibility/2006" xmlns:a14="http://schemas.microsoft.com/office/drawing/2010/main" val="000000" mc:Ignorable="a14" a14:legacySpreadsheetColorIndex="64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520428682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dpi="0" rotWithShape="1">
          <a:blip xmlns:r="http://schemas.openxmlformats.org/officeDocument/2006/relationships" r:embed="rId1">
            <a:alphaModFix amt="67000"/>
          </a:blip>
          <a:srcRect/>
          <a:stretch>
            <a:fillRect/>
          </a:stretch>
        </a:blip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6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5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38292</TotalTime>
  <Words>127</Words>
  <Application>Microsoft Office PowerPoint</Application>
  <PresentationFormat>화면 슬라이드 쇼(4:3)</PresentationFormat>
  <Paragraphs>37</Paragraphs>
  <Slides>2</Slides>
  <Notes>2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8</vt:i4>
      </vt:variant>
      <vt:variant>
        <vt:lpstr>슬라이드 제목</vt:lpstr>
      </vt:variant>
      <vt:variant>
        <vt:i4>2</vt:i4>
      </vt:variant>
      <vt:variant>
        <vt:lpstr>재구성한 쇼</vt:lpstr>
      </vt:variant>
      <vt:variant>
        <vt:i4>1</vt:i4>
      </vt:variant>
    </vt:vector>
  </HeadingPairs>
  <TitlesOfParts>
    <vt:vector size="16" baseType="lpstr">
      <vt:lpstr>HY견고딕</vt:lpstr>
      <vt:lpstr>굴림</vt:lpstr>
      <vt:lpstr>돋움</vt:lpstr>
      <vt:lpstr>맑은 고딕</vt:lpstr>
      <vt:lpstr>Arial</vt:lpstr>
      <vt:lpstr>Office 테마</vt:lpstr>
      <vt:lpstr>6_디자인 사용자 지정</vt:lpstr>
      <vt:lpstr>5_디자인 사용자 지정</vt:lpstr>
      <vt:lpstr>3_디자인 사용자 지정</vt:lpstr>
      <vt:lpstr>4_디자인 사용자 지정</vt:lpstr>
      <vt:lpstr>2_디자인 사용자 지정</vt:lpstr>
      <vt:lpstr>1_디자인 사용자 지정</vt:lpstr>
      <vt:lpstr>디자인 사용자 지정</vt:lpstr>
      <vt:lpstr>PowerPoint 프레젠테이션</vt:lpstr>
      <vt:lpstr>PowerPoint 프레젠테이션</vt:lpstr>
      <vt:lpstr>재구성한 쇼 1</vt:lpstr>
    </vt:vector>
  </TitlesOfParts>
  <Company>고구려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광개토대왕</dc:creator>
  <cp:lastModifiedBy>a</cp:lastModifiedBy>
  <cp:revision>1706</cp:revision>
  <cp:lastPrinted>2026-03-03T23:42:12Z</cp:lastPrinted>
  <dcterms:created xsi:type="dcterms:W3CDTF">2006-12-21T02:27:07Z</dcterms:created>
  <dcterms:modified xsi:type="dcterms:W3CDTF">2026-05-17T15:01:15Z</dcterms:modified>
</cp:coreProperties>
</file>