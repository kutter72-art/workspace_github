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설비보수용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자재구매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851701"/>
              </p:ext>
            </p:extLst>
          </p:nvPr>
        </p:nvGraphicFramePr>
        <p:xfrm>
          <a:off x="9423" y="661007"/>
          <a:ext cx="9108508" cy="2282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소모품 자재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쿨러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#8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바렐냉각용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쿨러 장기사용으로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석회물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침전 및 탄화물 침하로 기능저하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사용기한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‘21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~ 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쿨러 기능저하는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바렐온도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관리의 문제로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제품 품질에 영향을 줄 수 있으므로 유지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보전이 필수임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쿨러 구입 견적서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     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미래기술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1,180,000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사진대지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1,120,000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3146987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5" y="3433674"/>
            <a:ext cx="8064000" cy="812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67544" y="4304129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027" y="945036"/>
            <a:ext cx="2047904" cy="20079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48" y="4581128"/>
            <a:ext cx="3894788" cy="18002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670" y="4581129"/>
            <a:ext cx="3905210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36346</TotalTime>
  <Words>111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1698</cp:revision>
  <cp:lastPrinted>2026-03-03T23:42:12Z</cp:lastPrinted>
  <dcterms:created xsi:type="dcterms:W3CDTF">2006-12-21T02:27:07Z</dcterms:created>
  <dcterms:modified xsi:type="dcterms:W3CDTF">2026-05-11T19:24:05Z</dcterms:modified>
</cp:coreProperties>
</file>