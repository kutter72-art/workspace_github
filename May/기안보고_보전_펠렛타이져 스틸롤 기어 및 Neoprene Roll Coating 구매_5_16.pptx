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7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6682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)_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수선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_Rubber Roll Coating_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5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06221"/>
              </p:ext>
            </p:extLst>
          </p:nvPr>
        </p:nvGraphicFramePr>
        <p:xfrm>
          <a:off x="9423" y="661006"/>
          <a:ext cx="9108508" cy="35590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189399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2060388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586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2625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Pelletizer Steel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Roll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측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Gear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마모로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신규제작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및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Rubber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Roll Coating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개요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#10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호기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Pelletizer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Steel Roll Gear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측         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장기사용으로 마모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#14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호기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Rubber Roll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마모로 신규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Coating</a:t>
                      </a:r>
                      <a:endParaRPr lang="ko-KR" altLang="en-US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사용기간 : 22년 6월 ~ 26년 3월까지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(#10), </a:t>
                      </a: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GF Rubber Roll(#14)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은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마모시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수시교체</a:t>
                      </a:r>
                      <a:endParaRPr lang="ko-KR" altLang="en-US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펠렛타이져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Steel Roll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기어 현황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구형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3,4,9,11 (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재고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개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신형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그외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호기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재고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개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pPr latinLnBrk="1"/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■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#14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호기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Rubber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Roll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은 전용으로 사용되며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,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금번부터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Rubber Roll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→ </a:t>
                      </a:r>
                      <a:r>
                        <a:rPr lang="en-US" altLang="ko-KR" sz="1200" b="1" baseline="0" dirty="0" smtClean="0">
                          <a:solidFill>
                            <a:srgbClr val="FF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Neoprene </a:t>
                      </a:r>
                      <a:r>
                        <a:rPr lang="ko-KR" altLang="en-US" sz="1200" b="1" baseline="0" dirty="0" smtClean="0">
                          <a:solidFill>
                            <a:srgbClr val="FF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소재로</a:t>
                      </a:r>
                      <a:endParaRPr lang="en-US" altLang="ko-KR" sz="1200" b="1" baseline="0" dirty="0" smtClean="0">
                        <a:solidFill>
                          <a:srgbClr val="FF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baseline="0" dirty="0" smtClean="0">
                          <a:solidFill>
                            <a:srgbClr val="FF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</a:t>
                      </a:r>
                      <a:r>
                        <a:rPr lang="ko-KR" altLang="en-US" sz="1200" b="1" baseline="0" dirty="0" smtClean="0">
                          <a:solidFill>
                            <a:srgbClr val="FF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교체 </a:t>
                      </a:r>
                      <a:r>
                        <a:rPr lang="ko-KR" altLang="en-US" sz="1200" b="1" baseline="0" dirty="0" err="1" smtClean="0">
                          <a:solidFill>
                            <a:srgbClr val="FF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제작예정임</a:t>
                      </a:r>
                      <a:endParaRPr lang="ko-KR" altLang="en-US" sz="1200" b="1" dirty="0" smtClean="0">
                        <a:solidFill>
                          <a:srgbClr val="FF0000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■ 첨부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1.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구매내역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(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세림기공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1,190,000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원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)</a:t>
                      </a:r>
                      <a:endParaRPr lang="ko-KR" altLang="en-US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endParaRPr lang="ko-KR" altLang="en-US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1,140,000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VAT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별도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7544" y="4296911"/>
            <a:ext cx="2880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▶ 첨부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1.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구매내역</a:t>
            </a:r>
            <a:endParaRPr lang="ko-KR" altLang="en-US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022" y="4597778"/>
            <a:ext cx="7064352" cy="11354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280" y="1042104"/>
            <a:ext cx="2025651" cy="15982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6040" y="2654761"/>
            <a:ext cx="2041891" cy="155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36419</TotalTime>
  <Words>157</Words>
  <Application>Microsoft Office PowerPoint</Application>
  <PresentationFormat>화면 슬라이드 쇼(4:3)</PresentationFormat>
  <Paragraphs>29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1706</cp:revision>
  <cp:lastPrinted>2026-03-03T23:42:12Z</cp:lastPrinted>
  <dcterms:created xsi:type="dcterms:W3CDTF">2006-12-21T02:27:07Z</dcterms:created>
  <dcterms:modified xsi:type="dcterms:W3CDTF">2026-05-24T08:47:19Z</dcterms:modified>
</cp:coreProperties>
</file>