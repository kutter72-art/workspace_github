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4"/>
  </p:notesMasterIdLst>
  <p:handoutMasterIdLst>
    <p:handoutMasterId r:id="rId15"/>
  </p:handoutMasterIdLst>
  <p:sldIdLst>
    <p:sldId id="578" r:id="rId9"/>
    <p:sldId id="580" r:id="rId10"/>
    <p:sldId id="582" r:id="rId11"/>
    <p:sldId id="579" r:id="rId12"/>
    <p:sldId id="583" r:id="rId13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>
        <p:scale>
          <a:sx n="100" d="100"/>
          <a:sy n="100" d="100"/>
        </p:scale>
        <p:origin x="103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96" y="210126"/>
            <a:ext cx="60644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설비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sz="14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제품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4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적재창고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및 </a:t>
            </a:r>
            <a:r>
              <a:rPr sz="14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상차장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4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누수보수공사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4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기안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_ </a:t>
            </a:r>
            <a:r>
              <a:rPr sz="14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보고일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: 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5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 </a:t>
            </a:r>
            <a:r>
              <a:rPr 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23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일 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779995"/>
              </p:ext>
            </p:extLst>
          </p:nvPr>
        </p:nvGraphicFramePr>
        <p:xfrm>
          <a:off x="72000" y="692696"/>
          <a:ext cx="8891999" cy="3801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301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/>
                        </a:rPr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/>
                        </a:rPr>
                        <a:t>내 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/>
                        </a:rPr>
                        <a:t>세부내용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/>
                        </a:rPr>
                        <a:t>최종금액
(VAT 별도)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/>
                        </a:rPr>
                        <a:t>사  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5377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제품 적재창고
및 상차장
누수 보수공사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■ 개요
  - 물류 적재창고 및 상차장 지붕 일부 누수로 인한
    우천 시 제품 및 설비 피해 예방 목적
  - 수리위치 : B창고 E 환풍기 실리콘 작업, 
    P창고 PB라인 12번, 상차장 B라인 2번/15번 옆,
    상차장 E라인 9번/34번 뒤, 상차장 기둥,
    정화조 식당 가는 길 (총 7개소)
■ 작업내역 (서울천막공사 / 사업자 462-48-00350)
  - 물받이 5장 / 파이프 50×30 2본
  - 장비(고소작업대 렌탈) 1식
  - 인건비 1식 (인원 2명)
  - 부자재 1식
  - 견적금액 : 2,840,000원
  - 협의(NEGO)금액 : 2,650,000원 (VAT별도)
■ 첨부1. 물류창고 수리 견적서 (서울천막공사)
■ 첨부2. 사진대지 (Slide </a:t>
                      </a:r>
                      <a:r>
                        <a:rPr lang="en-US" sz="1050" b="0" smtClean="0">
                          <a:solidFill>
                            <a:srgbClr val="000000"/>
                          </a:solidFill>
                          <a:latin typeface="맑은 고딕"/>
                        </a:rPr>
                        <a:t>2 ~3</a:t>
                      </a:r>
                      <a:r>
                        <a:rPr sz="1050" b="0" smtClean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참조)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F497D"/>
                          </a:solidFill>
                          <a:latin typeface="맑은 고딕"/>
                        </a:rPr>
                        <a:t>2,650,000원
(VAT별도)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646464"/>
                          </a:solidFill>
                          <a:latin typeface="맑은 고딕"/>
                        </a:rPr>
                        <a:t>※ 사진대지
(Slide 3 참조)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849">
                <a:tc gridSpan="5"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▶ 첨부1. </a:t>
                      </a:r>
                      <a:r>
                        <a:rPr sz="1100" b="1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견적서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 (</a:t>
                      </a:r>
                      <a:r>
                        <a:rPr sz="1100" b="1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서울천막공사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물받이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 및 7곳 </a:t>
                      </a:r>
                      <a:r>
                        <a:rPr sz="1100" b="1" dirty="0" err="1">
                          <a:solidFill>
                            <a:srgbClr val="000000"/>
                          </a:solidFill>
                          <a:latin typeface="맑은 고딕"/>
                        </a:rPr>
                        <a:t>누수공사</a:t>
                      </a:r>
                      <a:r>
                        <a:rPr sz="1100" b="1" dirty="0">
                          <a:solidFill>
                            <a:srgbClr val="000000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050" b="1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48507"/>
              </p:ext>
            </p:extLst>
          </p:nvPr>
        </p:nvGraphicFramePr>
        <p:xfrm>
          <a:off x="72000" y="4507293"/>
          <a:ext cx="88919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597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맑은 고딕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맑은 고딕"/>
                        </a:rPr>
                        <a:t>규격&amp;품번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맑은 고딕"/>
                        </a:rPr>
                        <a:t>발주수량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맑은 고딕"/>
                        </a:rPr>
                        <a:t>단위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맑은 고딕"/>
                        </a:rPr>
                        <a:t>단가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chemeClr val="tx1"/>
                          </a:solidFill>
                          <a:latin typeface="맑은 고딕"/>
                        </a:rPr>
                        <a:t>금액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chemeClr val="tx1"/>
                          </a:solidFill>
                          <a:latin typeface="맑은 고딕"/>
                        </a:rPr>
                        <a:t>사용용도 / 비고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물받이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장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220,000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1,100,000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물류 적재창고, 상차장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파이프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50×30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30,000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60,000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장비(고소작업대 렌탈)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식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380,000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인건비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식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800,000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인원 2명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부자재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식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500,000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</a:rPr>
                        <a:t>합  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</a:rPr>
                        <a:t>2,840,000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gridSpan="6"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</a:rPr>
                        <a:t>협의금액 (NEGO)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sz="1050" b="1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</a:rPr>
                        <a:t>2,650,000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맑은 고딕"/>
                        </a:rPr>
                        <a:t>(VAT별도)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1177898"/>
            <a:ext cx="2375775" cy="30337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2480" y="224625"/>
            <a:ext cx="6551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제품창고</a:t>
            </a:r>
            <a:r>
              <a:rPr sz="1400" b="1">
                <a:latin typeface="맑은 고딕" panose="020B0503020000020004" pitchFamily="34" charset="-127"/>
                <a:ea typeface="맑은 고딕" panose="020B0503020000020004" pitchFamily="34" charset="-127"/>
              </a:rPr>
              <a:t>·상차장 누수현황 </a:t>
            </a:r>
            <a:r>
              <a:rPr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사진대지</a:t>
            </a:r>
            <a:r>
              <a:rPr lang="en-US"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(#1)</a:t>
            </a:r>
            <a:endParaRPr sz="14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grpSp>
        <p:nvGrpSpPr>
          <p:cNvPr id="33" name="그룹 32"/>
          <p:cNvGrpSpPr/>
          <p:nvPr/>
        </p:nvGrpSpPr>
        <p:grpSpPr>
          <a:xfrm>
            <a:off x="44923" y="908720"/>
            <a:ext cx="8964488" cy="5040560"/>
            <a:chOff x="179512" y="908720"/>
            <a:chExt cx="9334928" cy="5189670"/>
          </a:xfrm>
        </p:grpSpPr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9512" y="908720"/>
              <a:ext cx="6233700" cy="5189670"/>
            </a:xfrm>
            <a:prstGeom prst="rect">
              <a:avLst/>
            </a:prstGeom>
          </p:spPr>
        </p:pic>
        <p:pic>
          <p:nvPicPr>
            <p:cNvPr id="31" name="그림 30"/>
            <p:cNvPicPr preferRelativeResize="0"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3314" y="927772"/>
              <a:ext cx="3070800" cy="2575783"/>
            </a:xfrm>
            <a:prstGeom prst="rect">
              <a:avLst/>
            </a:prstGeom>
          </p:spPr>
        </p:pic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3314" y="3503753"/>
              <a:ext cx="3071126" cy="257578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07504" y="692696"/>
            <a:ext cx="6255269" cy="5319165"/>
            <a:chOff x="107504" y="692696"/>
            <a:chExt cx="6255269" cy="531916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92696"/>
              <a:ext cx="6210838" cy="5189670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3203496" y="3328711"/>
              <a:ext cx="3159277" cy="2683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52480" y="224625"/>
            <a:ext cx="6551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제품창고</a:t>
            </a:r>
            <a:r>
              <a:rPr sz="1400" b="1">
                <a:latin typeface="맑은 고딕" panose="020B0503020000020004" pitchFamily="34" charset="-127"/>
                <a:ea typeface="맑은 고딕" panose="020B0503020000020004" pitchFamily="34" charset="-127"/>
              </a:rPr>
              <a:t>·상차장 누수현황 </a:t>
            </a:r>
            <a:r>
              <a:rPr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사진대지</a:t>
            </a:r>
            <a:r>
              <a:rPr lang="en-US"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(#2)</a:t>
            </a:r>
            <a:endParaRPr sz="14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706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876" y="198067"/>
            <a:ext cx="50465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시설</a:t>
            </a:r>
            <a:r>
              <a:rPr lang="en-US" altLang="ko-KR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_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N3 </a:t>
            </a:r>
            <a:r>
              <a:rPr sz="14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원료창고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400" b="1" dirty="0" err="1">
                <a:latin typeface="맑은 고딕" panose="020B0503020000020004" pitchFamily="34" charset="-127"/>
                <a:ea typeface="맑은 고딕" panose="020B0503020000020004" pitchFamily="34" charset="-127"/>
              </a:rPr>
              <a:t>천막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4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누수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400" b="1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보수공사_보고일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: 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5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월 </a:t>
            </a:r>
            <a:r>
              <a:rPr lang="en-US"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23</a:t>
            </a:r>
            <a:r>
              <a:rPr sz="1400" b="1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일 </a:t>
            </a:r>
            <a:r>
              <a:rPr sz="14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]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193248"/>
              </p:ext>
            </p:extLst>
          </p:nvPr>
        </p:nvGraphicFramePr>
        <p:xfrm>
          <a:off x="125146" y="764704"/>
          <a:ext cx="8891999" cy="3312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0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내 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세부내용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최종금액
(VAT 별도)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  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36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N3 원료창고
천막 누수
보수공사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개요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
  - N3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원료창고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지붕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천막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노후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파손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반투명창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손상으로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
   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인한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우천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시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원료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dirty="0" smtClean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빗물</a:t>
                      </a:r>
                      <a:r>
                        <a:rPr sz="1100" b="0" dirty="0" smtClean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오염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및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보관환경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저하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예방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
  -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수리위치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: N3번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창고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부적합창고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구간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
■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작업내역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서울천막공사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/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사업자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462-48-00350)
  -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천막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65M /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고주파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열처리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35M
  -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인건비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1식 /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부자재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1식 (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실리콘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
  -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견적금액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: 1,220,000원
  -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협의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(NEGO)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금액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: 1,190,000원 (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VAT별도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
■ 첨부1. N3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원료창고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견적서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서울천막공사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
■ 첨부2.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사진대지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(Slide 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5</a:t>
                      </a:r>
                      <a:r>
                        <a:rPr sz="1100" b="0" dirty="0" smtClean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참조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497D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1,190,000원
(VAT별도)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646464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※ </a:t>
                      </a:r>
                      <a:r>
                        <a:rPr sz="1100" b="1" dirty="0" err="1">
                          <a:solidFill>
                            <a:srgbClr val="646464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사진대지</a:t>
                      </a:r>
                      <a:r>
                        <a:rPr sz="1100" b="1" dirty="0">
                          <a:solidFill>
                            <a:srgbClr val="646464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
(Slide 4 </a:t>
                      </a:r>
                      <a:r>
                        <a:rPr sz="1100" b="1" dirty="0" err="1">
                          <a:solidFill>
                            <a:srgbClr val="646464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참조</a:t>
                      </a:r>
                      <a:r>
                        <a:rPr sz="1100" b="1" dirty="0">
                          <a:solidFill>
                            <a:srgbClr val="646464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 gridSpan="5"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▶ 첨부1.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견적서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서울천막공사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/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천막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보수공사</a:t>
                      </a:r>
                      <a:r>
                        <a:rPr sz="1200" b="1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)</a:t>
                      </a:r>
                    </a:p>
                  </a:txBody>
                  <a:tcPr anchor="b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100" b="1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solidFill>
                      <a:srgbClr val="DBE5F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05205"/>
              </p:ext>
            </p:extLst>
          </p:nvPr>
        </p:nvGraphicFramePr>
        <p:xfrm>
          <a:off x="119135" y="4077072"/>
          <a:ext cx="8891999" cy="181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9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7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9720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58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상품명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규격&amp;품번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발주수량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단가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금액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사용용도 / 비고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천막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65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M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650,000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N3번 창고 부적합창고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고주파 열처리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35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M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70,000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인건비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식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300,000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4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부자재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식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-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200,000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실리콘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400"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합  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1,220,000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400">
                <a:tc gridSpan="6"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협의금액 (NEGO)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/>
                      <a:endParaRPr sz="1100" b="1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1,190,000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(VAT별도)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6917784" y="1210651"/>
            <a:ext cx="2093350" cy="2434373"/>
            <a:chOff x="6917784" y="1210651"/>
            <a:chExt cx="2093350" cy="2434373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17784" y="1210651"/>
              <a:ext cx="2093350" cy="2434373"/>
            </a:xfrm>
            <a:prstGeom prst="rect">
              <a:avLst/>
            </a:prstGeom>
          </p:spPr>
        </p:pic>
        <p:sp>
          <p:nvSpPr>
            <p:cNvPr id="4" name="타원 3"/>
            <p:cNvSpPr/>
            <p:nvPr/>
          </p:nvSpPr>
          <p:spPr>
            <a:xfrm>
              <a:off x="7869128" y="2618244"/>
              <a:ext cx="288032" cy="21602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2480" y="224625"/>
            <a:ext cx="65517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■ </a:t>
            </a:r>
            <a:r>
              <a:rPr lang="en-US" altLang="ko-KR" sz="1400" b="1">
                <a:latin typeface="맑은 고딕" panose="020B0503020000020004" pitchFamily="34" charset="-127"/>
                <a:ea typeface="맑은 고딕" panose="020B0503020000020004" pitchFamily="34" charset="-127"/>
              </a:rPr>
              <a:t>N3 </a:t>
            </a:r>
            <a:r>
              <a:rPr lang="ko-KR" altLang="en-US" sz="1400" b="1">
                <a:latin typeface="맑은 고딕" panose="020B0503020000020004" pitchFamily="34" charset="-127"/>
                <a:ea typeface="맑은 고딕" panose="020B0503020000020004" pitchFamily="34" charset="-127"/>
              </a:rPr>
              <a:t>원료창고 천막 </a:t>
            </a:r>
            <a:r>
              <a:rPr lang="ko-KR" altLang="en-US"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누수현황 </a:t>
            </a:r>
            <a:r>
              <a:rPr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사진대지</a:t>
            </a:r>
            <a:r>
              <a:rPr lang="en-US" sz="1400" b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(#1)</a:t>
            </a:r>
            <a:endParaRPr sz="14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799004"/>
            <a:ext cx="8856984" cy="371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807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36474</TotalTime>
  <Words>250</Words>
  <Application>Microsoft Office PowerPoint</Application>
  <PresentationFormat>화면 슬라이드 쇼(4:3)</PresentationFormat>
  <Paragraphs>125</Paragraphs>
  <Slides>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5</vt:i4>
      </vt:variant>
      <vt:variant>
        <vt:lpstr>재구성한 쇼</vt:lpstr>
      </vt:variant>
      <vt:variant>
        <vt:i4>1</vt:i4>
      </vt:variant>
    </vt:vector>
  </HeadingPairs>
  <TitlesOfParts>
    <vt:vector size="19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1702</cp:revision>
  <cp:lastPrinted>2026-03-03T23:42:12Z</cp:lastPrinted>
  <dcterms:created xsi:type="dcterms:W3CDTF">2006-12-21T02:27:07Z</dcterms:created>
  <dcterms:modified xsi:type="dcterms:W3CDTF">2026-05-24T08:17:06Z</dcterms:modified>
</cp:coreProperties>
</file>