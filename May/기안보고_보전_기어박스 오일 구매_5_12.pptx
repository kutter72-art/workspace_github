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0"/>
  </p:notesMasterIdLst>
  <p:handoutMasterIdLst>
    <p:handoutMasterId r:id="rId11"/>
  </p:handoutMasterIdLst>
  <p:sldIdLst>
    <p:sldId id="577" r:id="rId9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2" y="251770"/>
            <a:ext cx="6682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설비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기어박스 오일 구매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_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5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12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51835"/>
              </p:ext>
            </p:extLst>
          </p:nvPr>
        </p:nvGraphicFramePr>
        <p:xfrm>
          <a:off x="9423" y="661007"/>
          <a:ext cx="9108508" cy="22822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3456384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189399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2060388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25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200793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전 호기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압출기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기어박스 오일 구매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■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개요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용도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압출기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기어박스 오일 교체 및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및 보충용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사유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현 오일 재고 부족으로 구매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-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상품명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466 SK </a:t>
                      </a:r>
                      <a:r>
                        <a:rPr lang="en-US" altLang="ko-KR" sz="1200" b="0" baseline="0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Supergear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(EP 220)</a:t>
                      </a:r>
                    </a:p>
                    <a:p>
                      <a:pPr latinLnBrk="1"/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                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구매단가 </a:t>
                      </a:r>
                      <a:r>
                        <a:rPr lang="en-US" altLang="ko-KR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: 950,000</a:t>
                      </a:r>
                      <a:r>
                        <a:rPr lang="ko-KR" altLang="en-US" sz="12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원</a:t>
                      </a:r>
                      <a:endParaRPr lang="en-US" altLang="ko-KR" sz="1200" b="0" baseline="0" dirty="0" smtClean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922,000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최근단가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인상됨</a:t>
                      </a:r>
                      <a:endParaRPr lang="en-US" altLang="ko-KR" sz="1200" b="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 err="1" smtClean="0">
                          <a:solidFill>
                            <a:schemeClr val="tx1"/>
                          </a:solidFill>
                        </a:rPr>
                        <a:t>이전단가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: 694,000</a:t>
                      </a: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</a:rPr>
                        <a:t>원</a:t>
                      </a:r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03" y="3125957"/>
            <a:ext cx="2987299" cy="336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36319</TotalTime>
  <Words>81</Words>
  <Application>Microsoft Office PowerPoint</Application>
  <PresentationFormat>화면 슬라이드 쇼(4:3)</PresentationFormat>
  <Paragraphs>19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1</vt:i4>
      </vt:variant>
      <vt:variant>
        <vt:lpstr>재구성한 쇼</vt:lpstr>
      </vt:variant>
      <vt:variant>
        <vt:i4>1</vt:i4>
      </vt:variant>
    </vt:vector>
  </HeadingPairs>
  <TitlesOfParts>
    <vt:vector size="15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1695</cp:revision>
  <cp:lastPrinted>2026-03-03T23:42:12Z</cp:lastPrinted>
  <dcterms:created xsi:type="dcterms:W3CDTF">2006-12-21T02:27:07Z</dcterms:created>
  <dcterms:modified xsi:type="dcterms:W3CDTF">2026-05-12T06:29:45Z</dcterms:modified>
</cp:coreProperties>
</file>