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034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안전보건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_M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동 창고 외벽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파손부위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보호 가이드 설치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882843"/>
              </p:ext>
            </p:extLst>
          </p:nvPr>
        </p:nvGraphicFramePr>
        <p:xfrm>
          <a:off x="9423" y="661007"/>
          <a:ext cx="9108508" cy="3334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33415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동 창고 외벽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파손부위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보호 가이드 설치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M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동 창고 외벽 하단부의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파손 및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마감재 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탈락으로 인한 안전사고 예방을 위해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파이프 가이드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설치로 추가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파손예방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설치위치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사내 창고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파손외벽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하단부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팔레트 작업 인접 구간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            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보호가이드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필요성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팔레트 작업 인접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구역으로 작업 시 팔레트로 충돌 하단부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추가 파손으로 우천시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빗물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유입으로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인한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내부자재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피해 가능성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작업현황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자재구매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당진종합철물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 : 806,300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설치작업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당진코어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 : 400,000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VAT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별도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자재구매 내역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2.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설치작업 내역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1,206,300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54" y="999582"/>
            <a:ext cx="2064699" cy="141860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969" y="2420888"/>
            <a:ext cx="2069067" cy="15773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98" y="4359592"/>
            <a:ext cx="5486875" cy="967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1560" y="4105353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ko-KR" altLang="en-US" sz="1200" dirty="0" smtClean="0">
                <a:latin typeface="+mn-ea"/>
                <a:ea typeface="+mn-ea"/>
              </a:rPr>
              <a:t>첨부</a:t>
            </a:r>
            <a:r>
              <a:rPr lang="en-US" altLang="ko-KR" sz="1200" dirty="0" smtClean="0">
                <a:latin typeface="+mn-ea"/>
                <a:ea typeface="+mn-ea"/>
              </a:rPr>
              <a:t>1. </a:t>
            </a:r>
            <a:r>
              <a:rPr lang="ko-KR" altLang="en-US" sz="1200" dirty="0" smtClean="0">
                <a:latin typeface="+mn-ea"/>
                <a:ea typeface="+mn-ea"/>
              </a:rPr>
              <a:t>자재구매내역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5513326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ko-KR" altLang="en-US" sz="1200" dirty="0" smtClean="0">
                <a:latin typeface="+mn-ea"/>
                <a:ea typeface="+mn-ea"/>
              </a:rPr>
              <a:t>첨부</a:t>
            </a:r>
            <a:r>
              <a:rPr lang="en-US" altLang="ko-KR" sz="1200" dirty="0" smtClean="0">
                <a:latin typeface="+mn-ea"/>
                <a:ea typeface="+mn-ea"/>
              </a:rPr>
              <a:t>2. </a:t>
            </a:r>
            <a:r>
              <a:rPr lang="ko-KR" altLang="en-US" sz="1200" dirty="0" smtClean="0">
                <a:latin typeface="+mn-ea"/>
                <a:ea typeface="+mn-ea"/>
              </a:rPr>
              <a:t>설치작업 내역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98" y="5771623"/>
            <a:ext cx="5515057" cy="44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36320</TotalTime>
  <Words>151</Words>
  <Application>Microsoft Office PowerPoint</Application>
  <PresentationFormat>화면 슬라이드 쇼(4:3)</PresentationFormat>
  <Paragraphs>29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1697</cp:revision>
  <cp:lastPrinted>2026-03-03T23:42:12Z</cp:lastPrinted>
  <dcterms:created xsi:type="dcterms:W3CDTF">2006-12-21T02:27:07Z</dcterms:created>
  <dcterms:modified xsi:type="dcterms:W3CDTF">2026-05-01T08:03:49Z</dcterms:modified>
</cp:coreProperties>
</file>