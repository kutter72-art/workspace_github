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6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329" autoAdjust="0"/>
  </p:normalViewPr>
  <p:slideViewPr>
    <p:cSldViewPr>
      <p:cViewPr varScale="1">
        <p:scale>
          <a:sx n="108" d="100"/>
          <a:sy n="108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0000" y="268020"/>
            <a:ext cx="8094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보전(기계/설비)_수선_2공장 2층 전동파렛트트럭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구동MOTOR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수리_보고일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: 5월 26일 ]</a:t>
            </a:r>
            <a:endParaRPr lang="ko-KR" sz="16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651774"/>
              </p:ext>
            </p:extLst>
          </p:nvPr>
        </p:nvGraphicFramePr>
        <p:xfrm>
          <a:off x="9423" y="692696"/>
          <a:ext cx="9108508" cy="3593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3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29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번호</a:t>
                      </a:r>
                      <a:endParaRPr lang="ko-KR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 내용</a:t>
                      </a:r>
                      <a:endParaRPr lang="ko-KR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세부내용</a:t>
                      </a:r>
                      <a:endParaRPr lang="ko-KR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최종금액</a:t>
                      </a:r>
                      <a:endParaRPr lang="ko-KR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비    고</a:t>
                      </a:r>
                      <a:endParaRPr lang="ko-KR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48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2공장 2층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전동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파렛트트럭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(SWP-2000)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구동 MOTOR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교체 수리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■ 개요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대상 : 2공장 2층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전동파렛트트럭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SWP-2000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원인 : 노후로 인한 구동 MOTOR 과부하 파손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현황 : MOTOR 교체 수리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(수성운반기계 의뢰)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수리이력 : 2026.05.19 구동모터 교체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(이력표 참조)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■ 견적 내역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구동 MOTOR      1EA          1,100,000원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주행래버셋(구형)  1EA           200,000원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출장 및 수리공임  1식            150,000원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endParaRPr 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■</a:t>
                      </a:r>
                      <a:r>
                        <a:rPr lang="ko-KR" altLang="en-US" sz="12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첨부1. 견적서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첨부2.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사진대지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참조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</a:t>
                      </a:r>
                      <a:r>
                        <a:rPr lang="en-US" altLang="ko-KR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참고</a:t>
                      </a:r>
                      <a:r>
                        <a:rPr lang="en-US" altLang="ko-KR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현장 내 </a:t>
                      </a:r>
                      <a:r>
                        <a:rPr lang="ko-KR" altLang="en-US" sz="1200" b="1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전동파렛트</a:t>
                      </a:r>
                      <a:r>
                        <a:rPr lang="ko-KR" altLang="en-US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트럭 </a:t>
                      </a:r>
                      <a:r>
                        <a:rPr lang="ko-KR" altLang="en-US" sz="1200" b="1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수리내역</a:t>
                      </a:r>
                      <a:endParaRPr lang="ko-KR" altLang="ko-KR" sz="1200" b="1" dirty="0" smtClean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1,400,000</a:t>
                      </a:r>
                      <a:endParaRPr 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VAT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별도</a:t>
                      </a:r>
                      <a:endParaRPr 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0000" y="4441305"/>
            <a:ext cx="5574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첨부1. 수리 견적 내역 (수성운반기계 / NEGO : 1,400,000원, VAT별도) </a:t>
            </a:r>
            <a:endParaRPr lang="ko-KR" sz="1200" b="1" dirty="0"/>
          </a:p>
        </p:txBody>
      </p:sp>
      <p:sp>
        <p:nvSpPr>
          <p:cNvPr id="40" name="캡션1"/>
          <p:cNvSpPr txBox="1"/>
          <p:nvPr/>
        </p:nvSpPr>
        <p:spPr>
          <a:xfrm>
            <a:off x="182880" y="6638000"/>
            <a:ext cx="2872746" cy="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① 구동MOTOR 분해 수리</a:t>
            </a:r>
            <a:endParaRPr lang="ko-KR" sz="900" b="0" dirty="0"/>
          </a:p>
        </p:txBody>
      </p:sp>
      <p:sp>
        <p:nvSpPr>
          <p:cNvPr id="41" name="캡션2"/>
          <p:cNvSpPr txBox="1"/>
          <p:nvPr/>
        </p:nvSpPr>
        <p:spPr>
          <a:xfrm>
            <a:off x="3135626" y="6638000"/>
            <a:ext cx="2872746" cy="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② 교체용 DC MOTOR (케이블)</a:t>
            </a:r>
            <a:endParaRPr lang="ko-KR" sz="900" b="0" dirty="0"/>
          </a:p>
        </p:txBody>
      </p:sp>
      <p:sp>
        <p:nvSpPr>
          <p:cNvPr id="42" name="캡션3"/>
          <p:cNvSpPr txBox="1"/>
          <p:nvPr/>
        </p:nvSpPr>
        <p:spPr>
          <a:xfrm>
            <a:off x="6088372" y="6638000"/>
            <a:ext cx="2872746" cy="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③ DC MOTOR 사양 (STM-45130)</a:t>
            </a:r>
            <a:endParaRPr lang="ko-KR" sz="900" b="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5" y="4754113"/>
            <a:ext cx="5838205" cy="14873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076094"/>
              </p:ext>
            </p:extLst>
          </p:nvPr>
        </p:nvGraphicFramePr>
        <p:xfrm>
          <a:off x="107504" y="977418"/>
          <a:ext cx="8928992" cy="2667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327927103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697465569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35242896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689817932"/>
                    </a:ext>
                  </a:extLst>
                </a:gridCol>
              </a:tblGrid>
              <a:tr h="37378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구동MOTOR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분해 수리</a:t>
                      </a:r>
                      <a:endParaRPr lang="ko-KR" altLang="ko-KR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교체용 DC MOTOR (케이블)</a:t>
                      </a:r>
                      <a:endParaRPr lang="ko-KR" altLang="ko-KR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DC MOTOR 사양 (STM-45130)</a:t>
                      </a:r>
                      <a:endParaRPr lang="ko-KR" altLang="ko-KR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050862"/>
                  </a:ext>
                </a:extLst>
              </a:tr>
              <a:tr h="229382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123240"/>
                  </a:ext>
                </a:extLst>
              </a:tr>
            </a:tbl>
          </a:graphicData>
        </a:graphic>
      </p:graphicFrame>
      <p:pic>
        <p:nvPicPr>
          <p:cNvPr id="6" name="사진1_수리현장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60" y="1365076"/>
            <a:ext cx="2214492" cy="2276638"/>
          </a:xfrm>
          <a:prstGeom prst="rect">
            <a:avLst/>
          </a:prstGeom>
        </p:spPr>
      </p:pic>
      <p:pic>
        <p:nvPicPr>
          <p:cNvPr id="7" name="사진2_DC모터케이블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7508" y="1365076"/>
            <a:ext cx="2214492" cy="2276638"/>
          </a:xfrm>
          <a:prstGeom prst="rect">
            <a:avLst/>
          </a:prstGeom>
        </p:spPr>
      </p:pic>
      <p:pic>
        <p:nvPicPr>
          <p:cNvPr id="8" name="사진3_DC모터라벨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3847" y="1364340"/>
            <a:ext cx="2220401" cy="227737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6095" y="1365580"/>
            <a:ext cx="2220401" cy="22761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000" y="641246"/>
            <a:ext cx="5574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첨부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사진대지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참조</a:t>
            </a:r>
            <a:endParaRPr lang="ko-KR" sz="1200" b="1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04" y="3981203"/>
            <a:ext cx="6480720" cy="28702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5604" y="3717032"/>
            <a:ext cx="5574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참고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현장 내 </a:t>
            </a:r>
            <a:r>
              <a:rPr lang="ko-KR" altLang="en-US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전동파렛트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트럭 </a:t>
            </a:r>
            <a:r>
              <a:rPr lang="ko-KR" altLang="en-US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수리내역</a:t>
            </a:r>
            <a:endParaRPr 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36381</TotalTime>
  <Words>211</Words>
  <Application>Microsoft Office PowerPoint</Application>
  <PresentationFormat>화면 슬라이드 쇼(4:3)</PresentationFormat>
  <Paragraphs>42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1704</cp:revision>
  <cp:lastPrinted>2026-03-03T23:42:12Z</cp:lastPrinted>
  <dcterms:created xsi:type="dcterms:W3CDTF">2006-12-21T02:27:07Z</dcterms:created>
  <dcterms:modified xsi:type="dcterms:W3CDTF">2026-05-26T11:17:00Z</dcterms:modified>
</cp:coreProperties>
</file>