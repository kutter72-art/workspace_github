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7" r:id="rId9"/>
    <p:sldId id="578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99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949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8382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850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보전(전기)_수선_5월 현장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모터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보고일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5월 22일 ]</a:t>
            </a:r>
            <a:endParaRPr lang="ko-KR" altLang="en-US" sz="1400" b="1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440632"/>
              </p:ext>
            </p:extLst>
          </p:nvPr>
        </p:nvGraphicFramePr>
        <p:xfrm>
          <a:off x="-4" y="874420"/>
          <a:ext cx="9128556" cy="5045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690123075"/>
                    </a:ext>
                  </a:extLst>
                </a:gridCol>
                <a:gridCol w="2324304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</a:tblGrid>
              <a:tr h="3943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수선내용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사   진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46512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5월 현장 모터 수선비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6호기 원료이송 A-SILO MOTOR 수리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수리내역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①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20KW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4P 380V 코일 베어링 교체 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②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앞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브라켓(앞커버) 교체 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사유 : 베어링 마모 및 코일 소손으로 인한 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원료이송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문제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발생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8호기 리본믹서 MOTOR (MAXER MOTOR) 수리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수리내역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12KW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4P 380V 코일 교체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사유 : 코일 소손으로 인한 믹서 모터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고장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첨부 1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.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견적서(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충남모타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금액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1,685,000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1,600,000</a:t>
                      </a:r>
                    </a:p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200" b="0" dirty="0" err="1" smtClean="0">
                          <a:solidFill>
                            <a:schemeClr val="tx1"/>
                          </a:solidFill>
                        </a:rPr>
                        <a:t>Nego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금액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253" y="1484784"/>
            <a:ext cx="2345299" cy="191243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083" y="3601297"/>
            <a:ext cx="2268000" cy="201162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63168883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15" y="698715"/>
            <a:ext cx="45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latin typeface="+mj-ea"/>
                <a:ea typeface="+mj-ea"/>
              </a:rPr>
              <a:t>▶ 첨부1. 견적서 </a:t>
            </a:r>
            <a:r>
              <a:rPr lang="ko-KR" altLang="en-US" sz="1200" b="1" dirty="0" smtClean="0">
                <a:latin typeface="+mj-ea"/>
                <a:ea typeface="+mj-ea"/>
              </a:rPr>
              <a:t>(</a:t>
            </a:r>
            <a:r>
              <a:rPr lang="ko-KR" altLang="en-US" sz="1200" b="1" dirty="0" err="1" smtClean="0">
                <a:latin typeface="+mj-ea"/>
                <a:ea typeface="+mj-ea"/>
              </a:rPr>
              <a:t>충남모터</a:t>
            </a:r>
            <a:r>
              <a:rPr lang="ko-KR" altLang="en-US" sz="1200" b="1" dirty="0" smtClean="0">
                <a:latin typeface="+mj-ea"/>
                <a:ea typeface="+mj-ea"/>
              </a:rPr>
              <a:t>)</a:t>
            </a:r>
            <a:endParaRPr lang="ko-KR" altLang="en-US" sz="1200" b="1" dirty="0"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80000">
            <a:off x="228379" y="895130"/>
            <a:ext cx="7384420" cy="506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676520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37350</TotalTime>
  <Words>130</Words>
  <Application>Microsoft Office PowerPoint</Application>
  <PresentationFormat>화면 슬라이드 쇼(4:3)</PresentationFormat>
  <Paragraphs>28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1706</cp:revision>
  <cp:lastPrinted>2026-03-03T23:42:12Z</cp:lastPrinted>
  <dcterms:created xsi:type="dcterms:W3CDTF">2006-12-21T02:27:07Z</dcterms:created>
  <dcterms:modified xsi:type="dcterms:W3CDTF">2026-05-22T13:37:10Z</dcterms:modified>
</cp:coreProperties>
</file>