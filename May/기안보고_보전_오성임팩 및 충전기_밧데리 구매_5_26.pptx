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81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보전(기계/설비)_구매_배터리·충전기·충전임팩 소모품 구매_보고일 : 5월 </a:t>
            </a:r>
            <a:r>
              <a:rPr lang="ko-KR" altLang="en-US" sz="11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1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1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ko-KR" altLang="en-US" sz="11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1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480577"/>
              </p:ext>
            </p:extLst>
          </p:nvPr>
        </p:nvGraphicFramePr>
        <p:xfrm>
          <a:off x="9423" y="661007"/>
          <a:ext cx="9108508" cy="2252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737619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디월트</a:t>
                      </a:r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배터리 및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충전기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</a:t>
                      </a:r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오성 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충전임팩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배터리</a:t>
                      </a:r>
                      <a:r>
                        <a:rPr lang="ko-KR" altLang="en-US" sz="1100" b="0" baseline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baseline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신규구매</a:t>
                      </a:r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ko-KR" altLang="en-US" sz="11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① 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디월트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배터리(20V-5.0) 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장기사용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2021.05~2026.04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으로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endParaRPr lang="en-US" altLang="ko-KR" sz="1100" b="0" dirty="0" smtClean="0"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+mn-ea"/>
                        </a:rPr>
                        <a:t>성능저하 →</a:t>
                      </a:r>
                      <a:r>
                        <a:rPr lang="ko-KR" altLang="en-US" sz="1100" b="0" baseline="0" dirty="0" smtClean="0"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100" b="0" baseline="0" dirty="0" err="1" smtClean="0">
                          <a:latin typeface="맑은 고딕" panose="020B0503020000020004" pitchFamily="34" charset="-127"/>
                          <a:ea typeface="+mn-ea"/>
                        </a:rPr>
                        <a:t>신규교체</a:t>
                      </a:r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② 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디월트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충전기(DCB1104) 내부 부품 소손 →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</a:t>
                      </a:r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③ 오성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배터리(20V-5Ah) 및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④ 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충전임팩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(OCW-2051XL) </a:t>
                      </a:r>
                      <a:endParaRPr lang="en-US" altLang="ko-KR" sz="1100" b="0" dirty="0" smtClean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장기사용으로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+mn-ea"/>
                        </a:rPr>
                        <a:t>성능저하 → 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+mn-ea"/>
                        </a:rPr>
                        <a:t>신규교체</a:t>
                      </a:r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사용용도 : 전기 및 기계(신규) 공구함용</a:t>
                      </a:r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첨부1. </a:t>
                      </a:r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견적서</a:t>
                      </a:r>
                      <a:endParaRPr lang="en-US" altLang="ko-KR" sz="1100" b="1" dirty="0" smtClean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신평철물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합계 477,000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원/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NEGO 467,000원)</a:t>
                      </a:r>
                      <a:endParaRPr lang="ko-KR" altLang="en-US"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첨부2. 사진대지</a:t>
                      </a:r>
                      <a:endParaRPr lang="ko-KR" altLang="en-US" sz="11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467,000원</a:t>
                      </a:r>
                      <a:endParaRPr lang="ko-KR" altLang="en-US" sz="12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 별도</a:t>
                      </a:r>
                      <a:endParaRPr lang="ko-KR" altLang="en-US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27086" y="3140968"/>
            <a:ext cx="4239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첨부1. 구매내역 (신평철물 / NEGO 467,000원 VAT별도)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4870" y="3140968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첨부2. 사진대지</a:t>
            </a:r>
          </a:p>
        </p:txBody>
      </p:sp>
      <p:pic>
        <p:nvPicPr>
          <p:cNvPr id="22" name="사진대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0" y="3500000"/>
            <a:ext cx="4430000" cy="310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19" y="3521889"/>
            <a:ext cx="4202060" cy="134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36358</TotalTime>
  <Words>150</Words>
  <Application>Microsoft Office PowerPoint</Application>
  <PresentationFormat>화면 슬라이드 쇼(4:3)</PresentationFormat>
  <Paragraphs>26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1705</cp:revision>
  <cp:lastPrinted>2026-03-03T23:42:12Z</cp:lastPrinted>
  <dcterms:created xsi:type="dcterms:W3CDTF">2006-12-21T02:27:07Z</dcterms:created>
  <dcterms:modified xsi:type="dcterms:W3CDTF">2026-05-26T08:34:00Z</dcterms:modified>
</cp:coreProperties>
</file>