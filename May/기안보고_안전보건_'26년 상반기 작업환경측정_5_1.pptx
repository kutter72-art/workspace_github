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0"/>
  </p:notesMasterIdLst>
  <p:handoutMasterIdLst>
    <p:handoutMasterId r:id="rId11"/>
  </p:handoutMasterIdLst>
  <p:sldIdLst>
    <p:sldId id="578" r:id="rId9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329" autoAdjust="0"/>
  </p:normalViewPr>
  <p:slideViewPr>
    <p:cSldViewPr>
      <p:cViewPr varScale="1">
        <p:scale>
          <a:sx n="81" d="100"/>
          <a:sy n="81" d="100"/>
        </p:scale>
        <p:origin x="158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2597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332" y="251770"/>
            <a:ext cx="57468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안전보건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_’26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년 상반기 작업환경 측정 시행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_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보고일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5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 b="1" dirty="0"/>
          </a:p>
        </p:txBody>
      </p:sp>
      <p:sp>
        <p:nvSpPr>
          <p:cNvPr id="9" name="직사각형 8"/>
          <p:cNvSpPr/>
          <p:nvPr/>
        </p:nvSpPr>
        <p:spPr>
          <a:xfrm>
            <a:off x="511271" y="3210370"/>
            <a:ext cx="23054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b="1" dirty="0" smtClean="0">
                <a:solidFill>
                  <a:srgbClr val="000000"/>
                </a:solidFill>
                <a:latin typeface="+mj-ea"/>
                <a:ea typeface="+mj-ea"/>
              </a:rPr>
              <a:t>▶ </a:t>
            </a:r>
            <a:r>
              <a:rPr lang="ko-KR" altLang="en-US" sz="1200" b="1" dirty="0" smtClean="0">
                <a:solidFill>
                  <a:srgbClr val="000000"/>
                </a:solidFill>
                <a:latin typeface="+mj-ea"/>
                <a:ea typeface="+mj-ea"/>
              </a:rPr>
              <a:t>첨부</a:t>
            </a:r>
            <a:r>
              <a:rPr lang="en-US" altLang="ko-KR" sz="1200" b="1" dirty="0" smtClean="0">
                <a:solidFill>
                  <a:srgbClr val="000000"/>
                </a:solidFill>
                <a:latin typeface="+mj-ea"/>
                <a:ea typeface="+mj-ea"/>
              </a:rPr>
              <a:t>1. </a:t>
            </a:r>
            <a:r>
              <a:rPr lang="ko-KR" altLang="en-US" sz="1200" b="1" dirty="0" smtClean="0">
                <a:solidFill>
                  <a:srgbClr val="000000"/>
                </a:solidFill>
                <a:latin typeface="+mj-ea"/>
                <a:ea typeface="+mj-ea"/>
              </a:rPr>
              <a:t>측정대상</a:t>
            </a:r>
            <a:r>
              <a:rPr lang="en-US" altLang="ko-KR" sz="1200" b="1" dirty="0" smtClean="0">
                <a:solidFill>
                  <a:srgbClr val="000000"/>
                </a:solidFill>
                <a:latin typeface="+mj-ea"/>
                <a:ea typeface="+mj-ea"/>
              </a:rPr>
              <a:t>, </a:t>
            </a:r>
            <a:r>
              <a:rPr lang="ko-KR" altLang="en-US" sz="1200" b="1" dirty="0" smtClean="0">
                <a:solidFill>
                  <a:srgbClr val="000000"/>
                </a:solidFill>
                <a:latin typeface="+mj-ea"/>
                <a:ea typeface="+mj-ea"/>
              </a:rPr>
              <a:t>방법</a:t>
            </a:r>
            <a:r>
              <a:rPr lang="en-US" altLang="ko-KR" sz="1200" b="1" dirty="0" smtClean="0">
                <a:solidFill>
                  <a:srgbClr val="000000"/>
                </a:solidFill>
                <a:latin typeface="+mj-ea"/>
                <a:ea typeface="+mj-ea"/>
              </a:rPr>
              <a:t>, </a:t>
            </a:r>
            <a:r>
              <a:rPr lang="ko-KR" altLang="en-US" sz="1200" b="1" dirty="0" smtClean="0">
                <a:solidFill>
                  <a:srgbClr val="000000"/>
                </a:solidFill>
                <a:latin typeface="+mj-ea"/>
                <a:ea typeface="+mj-ea"/>
              </a:rPr>
              <a:t>인원</a:t>
            </a:r>
            <a:endParaRPr lang="ko-KR" altLang="en-US" sz="1200" dirty="0">
              <a:latin typeface="+mj-ea"/>
              <a:ea typeface="+mj-ea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8965950"/>
              </p:ext>
            </p:extLst>
          </p:nvPr>
        </p:nvGraphicFramePr>
        <p:xfrm>
          <a:off x="107504" y="677250"/>
          <a:ext cx="8928992" cy="2497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061">
                  <a:extLst>
                    <a:ext uri="{9D8B030D-6E8A-4147-A177-3AD203B41FA5}">
                      <a16:colId xmlns:a16="http://schemas.microsoft.com/office/drawing/2014/main" val="1279869001"/>
                    </a:ext>
                  </a:extLst>
                </a:gridCol>
                <a:gridCol w="1666668">
                  <a:extLst>
                    <a:ext uri="{9D8B030D-6E8A-4147-A177-3AD203B41FA5}">
                      <a16:colId xmlns:a16="http://schemas.microsoft.com/office/drawing/2014/main" val="542279608"/>
                    </a:ext>
                  </a:extLst>
                </a:gridCol>
                <a:gridCol w="3491903">
                  <a:extLst>
                    <a:ext uri="{9D8B030D-6E8A-4147-A177-3AD203B41FA5}">
                      <a16:colId xmlns:a16="http://schemas.microsoft.com/office/drawing/2014/main" val="3764117902"/>
                    </a:ext>
                  </a:extLst>
                </a:gridCol>
                <a:gridCol w="1220579">
                  <a:extLst>
                    <a:ext uri="{9D8B030D-6E8A-4147-A177-3AD203B41FA5}">
                      <a16:colId xmlns:a16="http://schemas.microsoft.com/office/drawing/2014/main" val="2131341835"/>
                    </a:ext>
                  </a:extLst>
                </a:gridCol>
                <a:gridCol w="2019781">
                  <a:extLst>
                    <a:ext uri="{9D8B030D-6E8A-4147-A177-3AD203B41FA5}">
                      <a16:colId xmlns:a16="http://schemas.microsoft.com/office/drawing/2014/main" val="4163765789"/>
                    </a:ext>
                  </a:extLst>
                </a:gridCol>
              </a:tblGrid>
              <a:tr h="3943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내  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세부내용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최종금액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비   고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294538"/>
                  </a:ext>
                </a:extLst>
              </a:tr>
              <a:tr h="19772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2026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년 상반기 작업환경측정 시행</a:t>
                      </a:r>
                      <a:endParaRPr lang="ko-KR" altLang="en-US" sz="1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 개요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  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-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시행근거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: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산업안전보건법 제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125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조 및 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    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동법 시행규칙 제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186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조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   -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시행목적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: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근로자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건강보호 및 쾌적한 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    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작업환경 조성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   -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측정기관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: (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사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)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대한보건산업현회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충남센터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   -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시행일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: 5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월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13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일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   -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미실행시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1000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만원이하의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과태료 부과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+mn-ea"/>
                      </a:endParaRPr>
                    </a:p>
                    <a:p>
                      <a:pPr latinLnBrk="1"/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+mn-ea"/>
                      </a:endParaRPr>
                    </a:p>
                    <a:p>
                      <a:pPr latinLnBrk="1"/>
                      <a:r>
                        <a:rPr lang="ko-KR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■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첨부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1.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측정대상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,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방법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,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인원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  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첨부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2.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작업측정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시행 소요 예산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3,600,000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부가세 없음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387800"/>
                  </a:ext>
                </a:extLst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157" y="3447854"/>
            <a:ext cx="5196761" cy="743294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10" name="직사각형 9"/>
          <p:cNvSpPr/>
          <p:nvPr/>
        </p:nvSpPr>
        <p:spPr>
          <a:xfrm>
            <a:off x="514678" y="4211661"/>
            <a:ext cx="253306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b="1" dirty="0" smtClean="0">
                <a:solidFill>
                  <a:srgbClr val="000000"/>
                </a:solidFill>
                <a:latin typeface="+mj-ea"/>
                <a:ea typeface="+mj-ea"/>
              </a:rPr>
              <a:t>▶ </a:t>
            </a:r>
            <a:r>
              <a:rPr lang="ko-KR" altLang="en-US" sz="1200" b="1" dirty="0" smtClean="0">
                <a:solidFill>
                  <a:srgbClr val="000000"/>
                </a:solidFill>
                <a:latin typeface="+mj-ea"/>
                <a:ea typeface="+mj-ea"/>
              </a:rPr>
              <a:t>첨부</a:t>
            </a:r>
            <a:r>
              <a:rPr lang="en-US" altLang="ko-KR" sz="1200" b="1" dirty="0" smtClean="0">
                <a:solidFill>
                  <a:srgbClr val="000000"/>
                </a:solidFill>
                <a:latin typeface="+mj-ea"/>
                <a:ea typeface="+mj-ea"/>
              </a:rPr>
              <a:t>2. </a:t>
            </a:r>
            <a:r>
              <a:rPr lang="ko-KR" altLang="en-US" sz="1200" b="1" dirty="0" err="1" smtClean="0">
                <a:solidFill>
                  <a:srgbClr val="000000"/>
                </a:solidFill>
                <a:latin typeface="+mj-ea"/>
                <a:ea typeface="+mj-ea"/>
              </a:rPr>
              <a:t>작업측정</a:t>
            </a:r>
            <a:r>
              <a:rPr lang="ko-KR" altLang="en-US" sz="1200" b="1" dirty="0" smtClean="0">
                <a:solidFill>
                  <a:srgbClr val="000000"/>
                </a:solidFill>
                <a:latin typeface="+mj-ea"/>
                <a:ea typeface="+mj-ea"/>
              </a:rPr>
              <a:t> 시행 소요예산</a:t>
            </a:r>
            <a:endParaRPr lang="ko-KR" altLang="en-US" sz="1200" dirty="0">
              <a:latin typeface="+mj-ea"/>
              <a:ea typeface="+mj-ea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034" y="4509173"/>
            <a:ext cx="5175883" cy="210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579045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37064</TotalTime>
  <Words>120</Words>
  <Application>Microsoft Office PowerPoint</Application>
  <PresentationFormat>화면 슬라이드 쇼(4:3)</PresentationFormat>
  <Paragraphs>25</Paragraphs>
  <Slides>1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1</vt:i4>
      </vt:variant>
      <vt:variant>
        <vt:lpstr>재구성한 쇼</vt:lpstr>
      </vt:variant>
      <vt:variant>
        <vt:i4>1</vt:i4>
      </vt:variant>
    </vt:vector>
  </HeadingPairs>
  <TitlesOfParts>
    <vt:vector size="15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1711</cp:revision>
  <cp:lastPrinted>2026-03-03T23:42:12Z</cp:lastPrinted>
  <dcterms:created xsi:type="dcterms:W3CDTF">2006-12-21T02:27:07Z</dcterms:created>
  <dcterms:modified xsi:type="dcterms:W3CDTF">2026-05-01T07:18:51Z</dcterms:modified>
</cp:coreProperties>
</file>