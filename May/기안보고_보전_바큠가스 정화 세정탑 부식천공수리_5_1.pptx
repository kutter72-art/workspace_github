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726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바큠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가스 정화장치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세정탑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부식천공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수리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188673"/>
              </p:ext>
            </p:extLst>
          </p:nvPr>
        </p:nvGraphicFramePr>
        <p:xfrm>
          <a:off x="9423" y="661007"/>
          <a:ext cx="9108508" cy="284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33893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8389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4722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367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바큠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가스 정화장치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세정탑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부식천공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수리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1~3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공장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가스정화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장치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세정탑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부식천공으로 수리 필요함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작업내용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스텐레스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철판 한바퀴 둘레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감싼 후 용접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작업 세부내역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대일코퍼레이션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3,100,000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8690" y="3612330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작업 세부내역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000" y="1124744"/>
            <a:ext cx="2043330" cy="23762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3" y="3931349"/>
            <a:ext cx="7247248" cy="217188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사진대지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680912"/>
            <a:ext cx="2941575" cy="5265876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4932040" y="680912"/>
            <a:ext cx="3521411" cy="3168352"/>
            <a:chOff x="4211960" y="680912"/>
            <a:chExt cx="3521411" cy="316835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1960" y="680912"/>
              <a:ext cx="3521411" cy="3168352"/>
            </a:xfrm>
            <a:prstGeom prst="rect">
              <a:avLst/>
            </a:prstGeom>
          </p:spPr>
        </p:pic>
        <p:sp>
          <p:nvSpPr>
            <p:cNvPr id="2" name="직사각형 1"/>
            <p:cNvSpPr/>
            <p:nvPr/>
          </p:nvSpPr>
          <p:spPr>
            <a:xfrm>
              <a:off x="4499992" y="1340768"/>
              <a:ext cx="1296144" cy="11521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설명선 1 4"/>
          <p:cNvSpPr/>
          <p:nvPr/>
        </p:nvSpPr>
        <p:spPr>
          <a:xfrm>
            <a:off x="4929425" y="683074"/>
            <a:ext cx="3524025" cy="3166190"/>
          </a:xfrm>
          <a:prstGeom prst="borderCallout1">
            <a:avLst>
              <a:gd name="adj1" fmla="val 18750"/>
              <a:gd name="adj2" fmla="val -8333"/>
              <a:gd name="adj3" fmla="val 58015"/>
              <a:gd name="adj4" fmla="val -76051"/>
            </a:avLst>
          </a:pr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36288</TotalTime>
  <Words>84</Words>
  <Application>Microsoft Office PowerPoint</Application>
  <PresentationFormat>화면 슬라이드 쇼(4:3)</PresentationFormat>
  <Paragraphs>21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1693</cp:revision>
  <cp:lastPrinted>2026-03-03T23:42:12Z</cp:lastPrinted>
  <dcterms:created xsi:type="dcterms:W3CDTF">2006-12-21T02:27:07Z</dcterms:created>
  <dcterms:modified xsi:type="dcterms:W3CDTF">2026-05-01T08:39:29Z</dcterms:modified>
</cp:coreProperties>
</file>