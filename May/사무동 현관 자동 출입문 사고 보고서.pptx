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1"/>
  </p:notesMasterIdLst>
  <p:handoutMasterIdLst>
    <p:handoutMasterId r:id="rId12"/>
  </p:handoutMasterIdLst>
  <p:sldIdLst>
    <p:sldId id="576" r:id="rId9"/>
    <p:sldId id="577" r:id="rId10"/>
  </p:sldIdLst>
  <p:sldSz cx="9144000" cy="6858000" type="screen4x3"/>
  <p:notesSz cx="9998075" cy="686435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2" userDrawn="1">
          <p15:clr>
            <a:srgbClr val="A4A3A4"/>
          </p15:clr>
        </p15:guide>
        <p15:guide id="2" pos="315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329" autoAdjust="0"/>
  </p:normalViewPr>
  <p:slideViewPr>
    <p:cSldViewPr>
      <p:cViewPr varScale="1">
        <p:scale>
          <a:sx n="81" d="100"/>
          <a:sy n="81" d="100"/>
        </p:scale>
        <p:origin x="158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62"/>
        <p:guide pos="315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32191" cy="342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17" tIns="46661" rIns="93317" bIns="4666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63573" y="2"/>
            <a:ext cx="4332191" cy="342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17" tIns="46661" rIns="93317" bIns="4666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520458"/>
            <a:ext cx="4332191" cy="342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17" tIns="46661" rIns="93317" bIns="4666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63573" y="6520458"/>
            <a:ext cx="4332191" cy="342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17" tIns="46661" rIns="93317" bIns="4666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32191" cy="342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17" tIns="46661" rIns="93317" bIns="4666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63573" y="2"/>
            <a:ext cx="4332191" cy="342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17" tIns="46661" rIns="93317" bIns="4666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84538" y="515938"/>
            <a:ext cx="3429000" cy="25733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000272" y="3260795"/>
            <a:ext cx="7997533" cy="30882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17" tIns="46661" rIns="93317" bIns="466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520458"/>
            <a:ext cx="4332191" cy="342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17" tIns="46661" rIns="93317" bIns="4666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63573" y="6520458"/>
            <a:ext cx="4332191" cy="342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17" tIns="46661" rIns="93317" bIns="4666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7575" y="752475"/>
            <a:ext cx="5011738" cy="37592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73311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7575" y="752475"/>
            <a:ext cx="5011738" cy="37592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4311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570339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523556" y="1154765"/>
            <a:ext cx="8287489" cy="1487377"/>
            <a:chOff x="323528" y="908720"/>
            <a:chExt cx="6678779" cy="1487377"/>
          </a:xfrm>
        </p:grpSpPr>
        <p:sp>
          <p:nvSpPr>
            <p:cNvPr id="2" name="TextBox 1"/>
            <p:cNvSpPr txBox="1"/>
            <p:nvPr/>
          </p:nvSpPr>
          <p:spPr>
            <a:xfrm>
              <a:off x="323528" y="908720"/>
              <a:ext cx="553573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■ </a:t>
              </a:r>
              <a:r>
                <a:rPr lang="ko-KR" altLang="en-US" sz="1200" b="1" dirty="0" err="1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사고내역</a:t>
              </a:r>
              <a:endParaRPr lang="ko-KR" altLang="en-US" sz="1200" b="1" dirty="0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521587" y="1195768"/>
              <a:ext cx="648072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lnSpc>
                  <a:spcPct val="150000"/>
                </a:lnSpc>
                <a:buFontTx/>
                <a:buChar char="-"/>
              </a:pPr>
              <a:r>
                <a:rPr lang="ko-KR" altLang="en-US" sz="1200" dirty="0" smtClean="0">
                  <a:latin typeface="+mn-ea"/>
                  <a:ea typeface="+mn-ea"/>
                </a:rPr>
                <a:t>발생일 </a:t>
              </a:r>
              <a:r>
                <a:rPr lang="en-US" altLang="ko-KR" sz="1200" dirty="0" smtClean="0">
                  <a:latin typeface="+mn-ea"/>
                  <a:ea typeface="+mn-ea"/>
                </a:rPr>
                <a:t>: ’26</a:t>
              </a:r>
              <a:r>
                <a:rPr lang="ko-KR" altLang="en-US" sz="1200" dirty="0" smtClean="0">
                  <a:latin typeface="+mn-ea"/>
                  <a:ea typeface="+mn-ea"/>
                </a:rPr>
                <a:t>년 </a:t>
              </a:r>
              <a:r>
                <a:rPr lang="en-US" altLang="ko-KR" sz="1200" dirty="0" smtClean="0">
                  <a:latin typeface="+mn-ea"/>
                  <a:ea typeface="+mn-ea"/>
                </a:rPr>
                <a:t>4</a:t>
              </a:r>
              <a:r>
                <a:rPr lang="ko-KR" altLang="en-US" sz="1200" dirty="0" smtClean="0">
                  <a:latin typeface="+mn-ea"/>
                  <a:ea typeface="+mn-ea"/>
                </a:rPr>
                <a:t>월 </a:t>
              </a:r>
              <a:r>
                <a:rPr lang="en-US" altLang="ko-KR" sz="1200" dirty="0" smtClean="0">
                  <a:latin typeface="+mn-ea"/>
                  <a:ea typeface="+mn-ea"/>
                </a:rPr>
                <a:t>20</a:t>
              </a:r>
              <a:r>
                <a:rPr lang="ko-KR" altLang="en-US" sz="1200" dirty="0" smtClean="0">
                  <a:latin typeface="+mn-ea"/>
                  <a:ea typeface="+mn-ea"/>
                </a:rPr>
                <a:t>일</a:t>
              </a:r>
              <a:r>
                <a:rPr lang="en-US" altLang="ko-KR" sz="1200" dirty="0" smtClean="0">
                  <a:latin typeface="+mn-ea"/>
                  <a:ea typeface="+mn-ea"/>
                </a:rPr>
                <a:t>(</a:t>
              </a:r>
              <a:r>
                <a:rPr lang="ko-KR" altLang="en-US" sz="1200" dirty="0">
                  <a:latin typeface="+mn-ea"/>
                  <a:ea typeface="+mn-ea"/>
                </a:rPr>
                <a:t>월</a:t>
              </a:r>
              <a:r>
                <a:rPr lang="en-US" altLang="ko-KR" sz="1200" dirty="0" smtClean="0">
                  <a:latin typeface="+mn-ea"/>
                  <a:ea typeface="+mn-ea"/>
                </a:rPr>
                <a:t>) 16:30</a:t>
              </a:r>
              <a:r>
                <a:rPr lang="ko-KR" altLang="en-US" sz="1200" dirty="0" smtClean="0">
                  <a:latin typeface="+mn-ea"/>
                  <a:ea typeface="+mn-ea"/>
                </a:rPr>
                <a:t>분 본관 자동문 출입문 고장 </a:t>
              </a:r>
              <a:r>
                <a:rPr lang="ko-KR" altLang="en-US" sz="1200" dirty="0" err="1" smtClean="0">
                  <a:latin typeface="+mn-ea"/>
                  <a:ea typeface="+mn-ea"/>
                </a:rPr>
                <a:t>연락받음</a:t>
              </a:r>
              <a:r>
                <a:rPr lang="en-US" altLang="ko-KR" sz="1200" dirty="0" smtClean="0">
                  <a:latin typeface="+mn-ea"/>
                  <a:ea typeface="+mn-ea"/>
                </a:rPr>
                <a:t>.</a:t>
              </a:r>
            </a:p>
            <a:p>
              <a:pPr marL="171450" indent="-171450">
                <a:lnSpc>
                  <a:spcPct val="150000"/>
                </a:lnSpc>
                <a:buFontTx/>
                <a:buChar char="-"/>
              </a:pPr>
              <a:r>
                <a:rPr lang="ko-KR" altLang="en-US" sz="1200" dirty="0" smtClean="0">
                  <a:latin typeface="+mn-ea"/>
                  <a:ea typeface="+mn-ea"/>
                </a:rPr>
                <a:t>기존 설치 업체  확인이 안됨 </a:t>
              </a:r>
              <a:endParaRPr lang="en-US" altLang="ko-KR" sz="1200" dirty="0" smtClean="0">
                <a:latin typeface="+mn-ea"/>
                <a:ea typeface="+mn-ea"/>
              </a:endParaRPr>
            </a:p>
            <a:p>
              <a:pPr marL="171450" indent="-171450">
                <a:lnSpc>
                  <a:spcPct val="150000"/>
                </a:lnSpc>
                <a:buFontTx/>
                <a:buChar char="-"/>
              </a:pPr>
              <a:r>
                <a:rPr lang="ko-KR" altLang="en-US" sz="1200" dirty="0" err="1" smtClean="0">
                  <a:latin typeface="+mn-ea"/>
                  <a:ea typeface="+mn-ea"/>
                </a:rPr>
                <a:t>설치이력</a:t>
              </a:r>
              <a:r>
                <a:rPr lang="ko-KR" altLang="en-US" sz="1200" dirty="0" smtClean="0">
                  <a:latin typeface="+mn-ea"/>
                  <a:ea typeface="+mn-ea"/>
                </a:rPr>
                <a:t> </a:t>
              </a:r>
              <a:r>
                <a:rPr lang="en-US" altLang="ko-KR" sz="1200" dirty="0" smtClean="0">
                  <a:latin typeface="+mn-ea"/>
                  <a:ea typeface="+mn-ea"/>
                </a:rPr>
                <a:t>: 2009</a:t>
              </a:r>
              <a:r>
                <a:rPr lang="ko-KR" altLang="en-US" sz="1200" dirty="0" smtClean="0">
                  <a:latin typeface="+mn-ea"/>
                  <a:ea typeface="+mn-ea"/>
                </a:rPr>
                <a:t>년 본관 공사 시 같이 설치 됨</a:t>
              </a:r>
              <a:endParaRPr lang="en-US" altLang="ko-KR" sz="1200" dirty="0" smtClean="0">
                <a:latin typeface="+mn-ea"/>
                <a:ea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200" dirty="0" smtClean="0">
                  <a:latin typeface="+mn-ea"/>
                  <a:ea typeface="+mn-ea"/>
                </a:rPr>
                <a:t>- </a:t>
              </a:r>
              <a:r>
                <a:rPr lang="ko-KR" altLang="en-US" sz="1200" dirty="0" smtClean="0">
                  <a:latin typeface="+mn-ea"/>
                  <a:ea typeface="+mn-ea"/>
                </a:rPr>
                <a:t>수리 이력</a:t>
              </a:r>
              <a:r>
                <a:rPr lang="en-US" altLang="ko-KR" sz="1200" dirty="0" smtClean="0">
                  <a:latin typeface="+mn-ea"/>
                  <a:ea typeface="+mn-ea"/>
                </a:rPr>
                <a:t>: </a:t>
              </a:r>
              <a:r>
                <a:rPr lang="ko-KR" altLang="en-US" sz="1200" dirty="0" smtClean="0">
                  <a:latin typeface="+mn-ea"/>
                  <a:ea typeface="+mn-ea"/>
                </a:rPr>
                <a:t>총무에서 보전이전으로  수리 이력 모름</a:t>
              </a:r>
              <a:r>
                <a:rPr lang="en-US" altLang="ko-KR" sz="1200" dirty="0" smtClean="0">
                  <a:latin typeface="+mn-ea"/>
                  <a:ea typeface="+mn-ea"/>
                </a:rPr>
                <a:t>. </a:t>
              </a:r>
              <a:r>
                <a:rPr lang="ko-KR" altLang="en-US" sz="1200" dirty="0" smtClean="0">
                  <a:latin typeface="+mn-ea"/>
                  <a:ea typeface="+mn-ea"/>
                </a:rPr>
                <a:t>담당자 없음</a:t>
              </a:r>
              <a:endParaRPr lang="en-US" altLang="ko-KR" sz="1200" dirty="0" smtClean="0">
                <a:latin typeface="+mn-ea"/>
                <a:ea typeface="+mn-ea"/>
              </a:endParaRP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528482" y="251770"/>
            <a:ext cx="53147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latin typeface="+mn-ea"/>
                <a:ea typeface="+mn-ea"/>
              </a:rPr>
              <a:t>[ #</a:t>
            </a:r>
            <a:r>
              <a:rPr lang="ko-KR" altLang="en-US" sz="1600" b="1" dirty="0" smtClean="0">
                <a:latin typeface="+mn-ea"/>
                <a:ea typeface="+mn-ea"/>
              </a:rPr>
              <a:t>설비 이상 보고서 건 </a:t>
            </a:r>
            <a:r>
              <a:rPr lang="en-US" altLang="ko-KR" sz="1600" b="1" dirty="0" smtClean="0">
                <a:latin typeface="+mn-ea"/>
                <a:ea typeface="+mn-ea"/>
              </a:rPr>
              <a:t>]</a:t>
            </a:r>
            <a:endParaRPr lang="ko-KR" altLang="en-US" sz="1600" b="1" dirty="0">
              <a:latin typeface="+mn-ea"/>
              <a:ea typeface="+mn-ea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578968" y="2881973"/>
            <a:ext cx="8231164" cy="989941"/>
            <a:chOff x="343773" y="1542321"/>
            <a:chExt cx="6633388" cy="636948"/>
          </a:xfrm>
        </p:grpSpPr>
        <p:sp>
          <p:nvSpPr>
            <p:cNvPr id="11" name="TextBox 10"/>
            <p:cNvSpPr txBox="1"/>
            <p:nvPr/>
          </p:nvSpPr>
          <p:spPr>
            <a:xfrm>
              <a:off x="343773" y="1542321"/>
              <a:ext cx="5535738" cy="1782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■ </a:t>
              </a:r>
              <a:r>
                <a:rPr lang="ko-KR" altLang="en-US" sz="1200" b="1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조치내용</a:t>
              </a:r>
              <a:endParaRPr lang="ko-KR" altLang="en-US" sz="1200" b="1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96441" y="1763407"/>
              <a:ext cx="6480720" cy="4158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dirty="0" smtClean="0">
                  <a:latin typeface="+mn-ea"/>
                  <a:ea typeface="+mn-ea"/>
                </a:rPr>
                <a:t>- 4</a:t>
              </a:r>
              <a:r>
                <a:rPr lang="ko-KR" altLang="en-US" sz="1200" dirty="0" smtClean="0">
                  <a:latin typeface="+mn-ea"/>
                  <a:ea typeface="+mn-ea"/>
                </a:rPr>
                <a:t>월</a:t>
              </a:r>
              <a:r>
                <a:rPr lang="en-US" altLang="ko-KR" sz="1200" dirty="0" smtClean="0">
                  <a:latin typeface="+mn-ea"/>
                  <a:ea typeface="+mn-ea"/>
                </a:rPr>
                <a:t>23</a:t>
              </a:r>
              <a:r>
                <a:rPr lang="ko-KR" altLang="en-US" sz="1200" dirty="0" smtClean="0">
                  <a:latin typeface="+mn-ea"/>
                  <a:ea typeface="+mn-ea"/>
                </a:rPr>
                <a:t>일 </a:t>
              </a:r>
              <a:r>
                <a:rPr lang="ko-KR" altLang="en-US" sz="1200" dirty="0" err="1" smtClean="0">
                  <a:latin typeface="+mn-ea"/>
                  <a:ea typeface="+mn-ea"/>
                </a:rPr>
                <a:t>효성자동문</a:t>
              </a:r>
              <a:r>
                <a:rPr lang="ko-KR" altLang="en-US" sz="1200" dirty="0" smtClean="0">
                  <a:latin typeface="+mn-ea"/>
                  <a:ea typeface="+mn-ea"/>
                </a:rPr>
                <a:t> 업체 방문 확인  내부 기능 점검 상의 및  견적서 의뢰함</a:t>
              </a:r>
              <a:endParaRPr lang="en-US" altLang="ko-KR" sz="1200" dirty="0" smtClean="0">
                <a:latin typeface="+mn-ea"/>
                <a:ea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200" dirty="0" smtClean="0">
                  <a:latin typeface="+mn-ea"/>
                  <a:ea typeface="+mn-ea"/>
                </a:rPr>
                <a:t>- </a:t>
              </a:r>
              <a:r>
                <a:rPr lang="ko-KR" altLang="en-US" sz="1200" dirty="0" smtClean="0">
                  <a:latin typeface="+mn-ea"/>
                  <a:ea typeface="+mn-ea"/>
                </a:rPr>
                <a:t>개선 </a:t>
              </a:r>
              <a:r>
                <a:rPr lang="en-US" altLang="ko-KR" sz="1200" dirty="0" smtClean="0">
                  <a:latin typeface="+mn-ea"/>
                  <a:ea typeface="+mn-ea"/>
                </a:rPr>
                <a:t>: </a:t>
              </a:r>
              <a:r>
                <a:rPr lang="ko-KR" altLang="en-US" sz="1200" dirty="0" smtClean="0">
                  <a:latin typeface="+mn-ea"/>
                  <a:ea typeface="+mn-ea"/>
                </a:rPr>
                <a:t>기존 설치 업체가 철판 </a:t>
              </a:r>
              <a:r>
                <a:rPr lang="en-US" altLang="ko-KR" sz="1200" dirty="0" smtClean="0">
                  <a:latin typeface="+mn-ea"/>
                  <a:ea typeface="+mn-ea"/>
                </a:rPr>
                <a:t>0.4T </a:t>
              </a:r>
              <a:r>
                <a:rPr lang="ko-KR" altLang="en-US" sz="1200" dirty="0" smtClean="0">
                  <a:latin typeface="+mn-ea"/>
                  <a:ea typeface="+mn-ea"/>
                </a:rPr>
                <a:t>설치하였으며</a:t>
              </a:r>
              <a:r>
                <a:rPr lang="en-US" altLang="ko-KR" sz="1200" dirty="0" smtClean="0">
                  <a:latin typeface="+mn-ea"/>
                  <a:ea typeface="+mn-ea"/>
                </a:rPr>
                <a:t>, </a:t>
              </a:r>
              <a:r>
                <a:rPr lang="ko-KR" altLang="en-US" sz="1200" dirty="0" smtClean="0">
                  <a:latin typeface="+mn-ea"/>
                  <a:ea typeface="+mn-ea"/>
                </a:rPr>
                <a:t>이번 수리 업체는 </a:t>
              </a:r>
              <a:r>
                <a:rPr lang="en-US" altLang="ko-KR" sz="1200" dirty="0" smtClean="0">
                  <a:latin typeface="+mn-ea"/>
                  <a:ea typeface="+mn-ea"/>
                </a:rPr>
                <a:t>1.2T</a:t>
              </a:r>
              <a:r>
                <a:rPr lang="ko-KR" altLang="en-US" sz="1200" dirty="0" smtClean="0">
                  <a:latin typeface="+mn-ea"/>
                  <a:ea typeface="+mn-ea"/>
                </a:rPr>
                <a:t>로 수리 </a:t>
              </a:r>
              <a:r>
                <a:rPr lang="en-US" altLang="ko-KR" sz="1200" dirty="0" smtClean="0">
                  <a:latin typeface="+mn-ea"/>
                  <a:ea typeface="+mn-ea"/>
                </a:rPr>
                <a:t>2</a:t>
              </a:r>
              <a:r>
                <a:rPr lang="ko-KR" altLang="en-US" sz="1200" dirty="0" smtClean="0">
                  <a:latin typeface="+mn-ea"/>
                  <a:ea typeface="+mn-ea"/>
                </a:rPr>
                <a:t>겹으로 보강 설치 건의함 </a:t>
              </a:r>
              <a:endParaRPr lang="ko-KR" altLang="ko-KR" sz="1200" b="1" dirty="0">
                <a:latin typeface="+mn-ea"/>
                <a:ea typeface="+mn-ea"/>
              </a:endParaRPr>
            </a:p>
          </p:txBody>
        </p:sp>
      </p:grpSp>
      <p:sp>
        <p:nvSpPr>
          <p:cNvPr id="13" name="직사각형 12"/>
          <p:cNvSpPr/>
          <p:nvPr/>
        </p:nvSpPr>
        <p:spPr>
          <a:xfrm>
            <a:off x="573851" y="4136013"/>
            <a:ext cx="7920880" cy="877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sz="1200" b="1" dirty="0" smtClean="0">
                <a:solidFill>
                  <a:srgbClr val="1F1F1F"/>
                </a:solidFill>
                <a:latin typeface="+mn-lt"/>
                <a:ea typeface="맑은 고딕" panose="020B0503020000020004" pitchFamily="50" charset="-127"/>
                <a:cs typeface="Google Sans"/>
              </a:rPr>
              <a:t>■ </a:t>
            </a:r>
            <a:r>
              <a:rPr lang="ko-KR" altLang="en-US" sz="1200" b="1" dirty="0" smtClean="0">
                <a:solidFill>
                  <a:srgbClr val="1F1F1F"/>
                </a:solidFill>
                <a:latin typeface="+mn-lt"/>
                <a:ea typeface="맑은 고딕" panose="020B0503020000020004" pitchFamily="50" charset="-127"/>
                <a:cs typeface="Google Sans"/>
              </a:rPr>
              <a:t>결 론</a:t>
            </a:r>
            <a:endParaRPr lang="ko-KR" altLang="ko-KR" sz="1200" b="1" dirty="0">
              <a:latin typeface="+mn-lt"/>
            </a:endParaRPr>
          </a:p>
          <a:p>
            <a:pPr lvl="0">
              <a:spcAft>
                <a:spcPts val="1200"/>
              </a:spcAft>
            </a:pPr>
            <a:r>
              <a:rPr lang="en-US" altLang="ko-KR" sz="1200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  </a:t>
            </a:r>
            <a:r>
              <a:rPr lang="en-US" altLang="ko-KR" sz="1200" dirty="0" smtClean="0">
                <a:solidFill>
                  <a:srgbClr val="1F1F1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Google Sans"/>
              </a:rPr>
              <a:t>   - </a:t>
            </a:r>
            <a:r>
              <a:rPr lang="ko-KR" altLang="en-US" sz="1200" dirty="0" smtClean="0">
                <a:solidFill>
                  <a:srgbClr val="1F1F1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Google Sans"/>
              </a:rPr>
              <a:t>이번 수리 시  기존 </a:t>
            </a:r>
            <a:r>
              <a:rPr lang="en-US" altLang="ko-KR" sz="1200" dirty="0" smtClean="0">
                <a:solidFill>
                  <a:srgbClr val="1F1F1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Google Sans"/>
              </a:rPr>
              <a:t>0.4T </a:t>
            </a:r>
            <a:r>
              <a:rPr lang="ko-KR" altLang="en-US" sz="1200" dirty="0" smtClean="0">
                <a:solidFill>
                  <a:srgbClr val="1F1F1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Google Sans"/>
              </a:rPr>
              <a:t>철판에서 </a:t>
            </a:r>
            <a:r>
              <a:rPr lang="en-US" altLang="ko-KR" sz="1200" dirty="0" smtClean="0">
                <a:solidFill>
                  <a:srgbClr val="1F1F1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Google Sans"/>
              </a:rPr>
              <a:t>1.2T </a:t>
            </a:r>
            <a:r>
              <a:rPr lang="ko-KR" altLang="en-US" sz="1200" dirty="0" smtClean="0">
                <a:solidFill>
                  <a:srgbClr val="1F1F1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Google Sans"/>
              </a:rPr>
              <a:t>더블 철판으로 개조 하부 처짐 철판 파손을 </a:t>
            </a:r>
            <a:r>
              <a:rPr lang="ko-KR" altLang="en-US" sz="1200" dirty="0" smtClean="0">
                <a:solidFill>
                  <a:srgbClr val="1F1F1F"/>
                </a:solidFill>
                <a:effectLst/>
                <a:latin typeface="+mn-ea"/>
                <a:ea typeface="+mn-ea"/>
              </a:rPr>
              <a:t>이번 수리로 철판 </a:t>
            </a:r>
            <a:r>
              <a:rPr lang="ko-KR" altLang="en-US" sz="1200" dirty="0" err="1" smtClean="0">
                <a:solidFill>
                  <a:srgbClr val="1F1F1F"/>
                </a:solidFill>
                <a:effectLst/>
                <a:latin typeface="+mn-ea"/>
                <a:ea typeface="+mn-ea"/>
              </a:rPr>
              <a:t>쳐짐</a:t>
            </a:r>
            <a:endParaRPr lang="en-US" altLang="ko-KR" sz="1200" dirty="0" smtClean="0">
              <a:solidFill>
                <a:srgbClr val="1F1F1F"/>
              </a:solidFill>
              <a:effectLst/>
              <a:latin typeface="+mn-ea"/>
              <a:ea typeface="+mn-ea"/>
            </a:endParaRPr>
          </a:p>
          <a:p>
            <a:pPr lvl="0">
              <a:spcAft>
                <a:spcPts val="1200"/>
              </a:spcAft>
            </a:pPr>
            <a:r>
              <a:rPr lang="en-US" altLang="ko-KR" sz="1200" dirty="0">
                <a:solidFill>
                  <a:srgbClr val="1F1F1F"/>
                </a:solidFill>
                <a:latin typeface="+mn-ea"/>
                <a:ea typeface="+mn-ea"/>
              </a:rPr>
              <a:t> </a:t>
            </a:r>
            <a:r>
              <a:rPr lang="en-US" altLang="ko-KR" sz="1200" dirty="0" smtClean="0">
                <a:solidFill>
                  <a:srgbClr val="1F1F1F"/>
                </a:solidFill>
                <a:latin typeface="+mn-ea"/>
                <a:ea typeface="+mn-ea"/>
              </a:rPr>
              <a:t>     </a:t>
            </a:r>
            <a:r>
              <a:rPr lang="ko-KR" altLang="en-US" sz="1200" dirty="0" smtClean="0">
                <a:solidFill>
                  <a:srgbClr val="1F1F1F"/>
                </a:solidFill>
                <a:effectLst/>
                <a:latin typeface="+mn-ea"/>
                <a:ea typeface="+mn-ea"/>
              </a:rPr>
              <a:t> 현상 근본 해결 할 수 있을 것으로 판단됨</a:t>
            </a:r>
            <a:endParaRPr lang="ko-KR" altLang="ko-KR" sz="1200" dirty="0">
              <a:effectLst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2765774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ctrTitle"/>
          </p:nvPr>
        </p:nvSpPr>
        <p:spPr>
          <a:xfrm>
            <a:off x="4002513" y="3495125"/>
            <a:ext cx="4241005" cy="618549"/>
          </a:xfrm>
        </p:spPr>
        <p:txBody>
          <a:bodyPr/>
          <a:lstStyle/>
          <a:p>
            <a:r>
              <a:rPr lang="ko-KR" altLang="en-US" sz="1600" dirty="0" smtClean="0"/>
              <a:t>내부 사진</a:t>
            </a:r>
            <a:endParaRPr lang="ko-KR" altLang="en-US" sz="1600" dirty="0"/>
          </a:p>
        </p:txBody>
      </p:sp>
      <p:sp>
        <p:nvSpPr>
          <p:cNvPr id="10" name="부제목 9"/>
          <p:cNvSpPr>
            <a:spLocks noGrp="1"/>
          </p:cNvSpPr>
          <p:nvPr>
            <p:ph type="subTitle" idx="1"/>
          </p:nvPr>
        </p:nvSpPr>
        <p:spPr>
          <a:xfrm>
            <a:off x="1364570" y="8354289"/>
            <a:ext cx="4287549" cy="931335"/>
          </a:xfrm>
        </p:spPr>
        <p:txBody>
          <a:bodyPr/>
          <a:lstStyle/>
          <a:p>
            <a:r>
              <a:rPr lang="ko-KR" altLang="en-US" dirty="0" smtClean="0"/>
              <a:t>예비 </a:t>
            </a:r>
            <a:r>
              <a:rPr lang="en-US" altLang="ko-KR" dirty="0" smtClean="0"/>
              <a:t>COMPRESSOR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2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37332" y="251770"/>
            <a:ext cx="53147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latin typeface="+mn-ea"/>
                <a:ea typeface="+mn-ea"/>
              </a:rPr>
              <a:t>[ #</a:t>
            </a:r>
            <a:r>
              <a:rPr lang="ko-KR" altLang="en-US" sz="1600" b="1" dirty="0" smtClean="0">
                <a:latin typeface="+mn-ea"/>
                <a:ea typeface="+mn-ea"/>
              </a:rPr>
              <a:t>사진 </a:t>
            </a:r>
            <a:r>
              <a:rPr lang="en-US" altLang="ko-KR" sz="1600" b="1" dirty="0" smtClean="0">
                <a:latin typeface="+mn-ea"/>
                <a:ea typeface="+mn-ea"/>
              </a:rPr>
              <a:t>]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12" name="제목 8"/>
          <p:cNvSpPr txBox="1">
            <a:spLocks/>
          </p:cNvSpPr>
          <p:nvPr/>
        </p:nvSpPr>
        <p:spPr>
          <a:xfrm>
            <a:off x="4350203" y="963823"/>
            <a:ext cx="4241005" cy="6185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kumimoji="0" lang="ko-KR" altLang="en-US" sz="1600" dirty="0" smtClean="0"/>
              <a:t>설치 </a:t>
            </a:r>
            <a:r>
              <a:rPr kumimoji="0" lang="ko-KR" altLang="en-US" sz="1600" dirty="0" err="1" smtClean="0"/>
              <a:t>서포트</a:t>
            </a:r>
            <a:r>
              <a:rPr kumimoji="0" lang="ko-KR" altLang="en-US" sz="1600" dirty="0" smtClean="0"/>
              <a:t> 철판 </a:t>
            </a:r>
            <a:r>
              <a:rPr kumimoji="0" lang="en-US" altLang="ko-KR" sz="1600" dirty="0" smtClean="0"/>
              <a:t>0.4T </a:t>
            </a:r>
            <a:r>
              <a:rPr kumimoji="0" lang="ko-KR" altLang="en-US" sz="1600" dirty="0" smtClean="0"/>
              <a:t>추정 얇게 됨 업체   </a:t>
            </a:r>
            <a:r>
              <a:rPr kumimoji="0" lang="ko-KR" altLang="en-US" sz="1600" dirty="0" err="1" smtClean="0"/>
              <a:t>알수</a:t>
            </a:r>
            <a:r>
              <a:rPr kumimoji="0" lang="ko-KR" altLang="en-US" sz="1600" dirty="0" smtClean="0"/>
              <a:t> 없음</a:t>
            </a:r>
            <a:endParaRPr kumimoji="0" lang="ko-KR" altLang="en-US" sz="16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053" y="1800239"/>
            <a:ext cx="2909293" cy="1637932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084" y="1766933"/>
            <a:ext cx="3069613" cy="1728192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467" y="3988906"/>
            <a:ext cx="2925879" cy="1754165"/>
          </a:xfrm>
          <a:prstGeom prst="rect">
            <a:avLst/>
          </a:prstGeom>
        </p:spPr>
      </p:pic>
      <p:sp>
        <p:nvSpPr>
          <p:cNvPr id="14" name="제목 8"/>
          <p:cNvSpPr txBox="1">
            <a:spLocks/>
          </p:cNvSpPr>
          <p:nvPr/>
        </p:nvSpPr>
        <p:spPr>
          <a:xfrm>
            <a:off x="-4010" y="901862"/>
            <a:ext cx="4241005" cy="6185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kumimoji="0" lang="ko-KR" altLang="en-US" sz="1600" dirty="0" smtClean="0"/>
              <a:t>기사 분해 점검 사진</a:t>
            </a:r>
            <a:endParaRPr kumimoji="0" lang="ko-KR" altLang="en-US" sz="1600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4419" y="4005064"/>
            <a:ext cx="3037194" cy="180020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520" y="3389694"/>
            <a:ext cx="4243184" cy="615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348048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39068</TotalTime>
  <Words>152</Words>
  <Application>Microsoft Office PowerPoint</Application>
  <PresentationFormat>화면 슬라이드 쇼(4:3)</PresentationFormat>
  <Paragraphs>21</Paragraphs>
  <Slides>2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2</vt:i4>
      </vt:variant>
      <vt:variant>
        <vt:lpstr>재구성한 쇼</vt:lpstr>
      </vt:variant>
      <vt:variant>
        <vt:i4>1</vt:i4>
      </vt:variant>
    </vt:vector>
  </HeadingPairs>
  <TitlesOfParts>
    <vt:vector size="17" baseType="lpstr">
      <vt:lpstr>Google Sans</vt:lpstr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내부 사진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1728</cp:revision>
  <cp:lastPrinted>2026-04-30T01:51:59Z</cp:lastPrinted>
  <dcterms:created xsi:type="dcterms:W3CDTF">2006-12-21T02:27:07Z</dcterms:created>
  <dcterms:modified xsi:type="dcterms:W3CDTF">2026-05-05T15:07:17Z</dcterms:modified>
</cp:coreProperties>
</file>