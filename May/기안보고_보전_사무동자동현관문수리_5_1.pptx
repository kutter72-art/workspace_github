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5.xml" ContentType="application/vnd.openxmlformats-officedocument.theme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theme/theme6.xml" ContentType="application/vnd.openxmlformats-officedocument.theme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theme/theme7.xml" ContentType="application/vnd.openxmlformats-officedocument.theme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9" r:id="rId1"/>
    <p:sldMasterId id="2147483908" r:id="rId2"/>
    <p:sldMasterId id="2147483895" r:id="rId3"/>
    <p:sldMasterId id="2147483871" r:id="rId4"/>
    <p:sldMasterId id="2147483883" r:id="rId5"/>
    <p:sldMasterId id="2147483857" r:id="rId6"/>
    <p:sldMasterId id="2147483843" r:id="rId7"/>
    <p:sldMasterId id="2147483831" r:id="rId8"/>
  </p:sldMasterIdLst>
  <p:notesMasterIdLst>
    <p:notesMasterId r:id="rId10"/>
  </p:notesMasterIdLst>
  <p:handoutMasterIdLst>
    <p:handoutMasterId r:id="rId11"/>
  </p:handoutMasterIdLst>
  <p:sldIdLst>
    <p:sldId id="577" r:id="rId9"/>
  </p:sldIdLst>
  <p:sldSz cx="9144000" cy="6858000" type="screen4x3"/>
  <p:notesSz cx="9939338" cy="6807200"/>
  <p:custShowLst>
    <p:custShow name="재구성한 쇼 1" id="0">
      <p:sldLst/>
    </p:custShow>
  </p:custShowLst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44">
          <p15:clr>
            <a:srgbClr val="A4A3A4"/>
          </p15:clr>
        </p15:guide>
        <p15:guide id="2" pos="313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김명섭" initials="김" lastIdx="1" clrIdx="0">
    <p:extLst>
      <p:ext uri="{19B8F6BF-5375-455C-9EA6-DF929625EA0E}">
        <p15:presenceInfo xmlns:p15="http://schemas.microsoft.com/office/powerpoint/2012/main" userId="김명섭" providerId="None"/>
      </p:ext>
    </p:extLst>
  </p:cmAuthor>
  <p:cmAuthor id="2" name="pc" initials="p" lastIdx="2" clrIdx="1">
    <p:extLst>
      <p:ext uri="{19B8F6BF-5375-455C-9EA6-DF929625EA0E}">
        <p15:presenceInfo xmlns:p15="http://schemas.microsoft.com/office/powerpoint/2012/main" userId="pc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78946A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93" autoAdjust="0"/>
    <p:restoredTop sz="94329" autoAdjust="0"/>
  </p:normalViewPr>
  <p:slideViewPr>
    <p:cSldViewPr>
      <p:cViewPr varScale="1">
        <p:scale>
          <a:sx n="81" d="100"/>
          <a:sy n="81" d="100"/>
        </p:scale>
        <p:origin x="1584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9" d="100"/>
          <a:sy n="89" d="100"/>
        </p:scale>
        <p:origin x="1795" y="72"/>
      </p:cViewPr>
      <p:guideLst>
        <p:guide orient="horz" pos="2144"/>
        <p:guide pos="313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slideMaster" Target="slideMasters/slideMaster7.xml"/><Relationship Id="rId12" Type="http://schemas.openxmlformats.org/officeDocument/2006/relationships/commentAuthors" Target="commentAuthors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handoutMaster" Target="handoutMasters/handoutMaster1.xml"/><Relationship Id="rId5" Type="http://schemas.openxmlformats.org/officeDocument/2006/relationships/slideMaster" Target="slideMasters/slideMaster5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4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630301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4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630301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0D8787D3-E3BE-411B-8CBD-52C0E9B041B0}" type="slidenum"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4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30301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02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267075" y="511175"/>
            <a:ext cx="3405188" cy="25527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91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94395" y="3233646"/>
            <a:ext cx="7950549" cy="30625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dirty="0" smtClean="0"/>
              <a:t>마스터 텍스트 스타일을 편집합니다</a:t>
            </a:r>
          </a:p>
          <a:p>
            <a:pPr lvl="1"/>
            <a:r>
              <a:rPr lang="ko-KR" altLang="en-US" noProof="0" dirty="0" smtClean="0"/>
              <a:t>둘째 수준</a:t>
            </a:r>
          </a:p>
          <a:p>
            <a:pPr lvl="2"/>
            <a:r>
              <a:rPr lang="ko-KR" altLang="en-US" noProof="0" dirty="0" smtClean="0"/>
              <a:t>셋째 수준</a:t>
            </a:r>
          </a:p>
          <a:p>
            <a:pPr lvl="3"/>
            <a:r>
              <a:rPr lang="ko-KR" altLang="en-US" noProof="0" dirty="0" smtClean="0"/>
              <a:t>넷째 수준</a:t>
            </a:r>
          </a:p>
          <a:p>
            <a:pPr lvl="4"/>
            <a:r>
              <a:rPr lang="ko-KR" altLang="en-US" noProof="0" dirty="0" smtClean="0"/>
              <a:t>다섯째 수준</a:t>
            </a:r>
          </a:p>
        </p:txBody>
      </p:sp>
      <p:sp>
        <p:nvSpPr>
          <p:cNvPr id="491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4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en-US" altLang="ko-KR" dirty="0" smtClean="0"/>
              <a:t>1</a:t>
            </a:r>
            <a:endParaRPr lang="en-US" altLang="ko-KR" dirty="0"/>
          </a:p>
        </p:txBody>
      </p:sp>
      <p:sp>
        <p:nvSpPr>
          <p:cNvPr id="491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30301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976D00FA-ACDB-4E76-B4C4-8923059EF292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19163" y="746125"/>
            <a:ext cx="4968875" cy="372745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0CF6048-9987-4136-BAB3-07A00732A720}" type="slidenum">
              <a:rPr lang="ko-KR" altLang="en-US" smtClean="0"/>
              <a:pPr>
                <a:defRPr/>
              </a:pPr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2583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NUL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C71F5989-0B2C-40D6-A07B-F109FC3A7199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672085B-8B2F-4A51-AFDE-E0DD93C09D7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FBAB8F52-FE06-4EAB-AD22-405C07BF39F1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2171B0C5-A575-454E-AE3D-D51437ADCC49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8140A7C6-E485-4D33-A61D-B9392FA3146E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B71D1729-8FE6-42F7-B221-49EDC1BEAAEA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risscrossEtching trans="10000" pressure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2" y="5457"/>
            <a:ext cx="9180512" cy="6530758"/>
          </a:xfrm>
          <a:prstGeom prst="rect">
            <a:avLst/>
          </a:prstGeom>
          <a:effectLst>
            <a:softEdge rad="1270000"/>
          </a:effectLst>
        </p:spPr>
      </p:pic>
      <p:sp>
        <p:nvSpPr>
          <p:cNvPr id="16" name="TextBox 15"/>
          <p:cNvSpPr txBox="1"/>
          <p:nvPr userDrawn="1"/>
        </p:nvSpPr>
        <p:spPr>
          <a:xfrm>
            <a:off x="4357686" y="6573997"/>
            <a:ext cx="4286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5735533F-C62C-4307-9F1D-914B235333A8}" type="slidenum">
              <a:rPr lang="ko-KR" altLang="en-US" sz="1000" baseline="0" smtClean="0">
                <a:latin typeface="돋움" pitchFamily="50" charset="-127"/>
                <a:ea typeface="돋움" pitchFamily="50" charset="-127"/>
              </a:rPr>
              <a:pPr/>
              <a:t>‹#›</a:t>
            </a:fld>
            <a:endParaRPr lang="ko-KR" altLang="en-US" sz="1000" baseline="0" dirty="0">
              <a:latin typeface="돋움" pitchFamily="50" charset="-127"/>
              <a:ea typeface="돋움" pitchFamily="50" charset="-127"/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fld id="{6E6CDC42-1F63-4428-B3BB-75D22C1B2BB3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  <p:transition>
    <p:wipe dir="d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E6CDC42-1F63-4428-B3BB-75D22C1B2BB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3214678" y="6492875"/>
            <a:ext cx="2133600" cy="365125"/>
          </a:xfr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E6CDC42-1F63-4428-B3BB-75D22C1B2BB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B0465BDB-E0F8-47EA-A8B6-865B92D92D42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8DBCAAB8-C411-493F-8989-7E976C3EBB5A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9EE652E9-3C82-43B5-B58B-8F7A3F3DA9A8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1905DFA1-E019-4196-B665-D0FED29EC654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.xml"/><Relationship Id="rId3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4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.xml"/><Relationship Id="rId3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5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9.xml"/><Relationship Id="rId5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7.xml"/><Relationship Id="rId3" Type="http://schemas.openxmlformats.org/officeDocument/2006/relationships/slideLayout" Target="../slideLayouts/slideLayout62.xml"/><Relationship Id="rId7" Type="http://schemas.openxmlformats.org/officeDocument/2006/relationships/slideLayout" Target="../slideLayouts/slideLayout66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61.xml"/><Relationship Id="rId1" Type="http://schemas.openxmlformats.org/officeDocument/2006/relationships/slideLayout" Target="../slideLayouts/slideLayout60.xml"/><Relationship Id="rId6" Type="http://schemas.openxmlformats.org/officeDocument/2006/relationships/slideLayout" Target="../slideLayouts/slideLayout65.xml"/><Relationship Id="rId11" Type="http://schemas.openxmlformats.org/officeDocument/2006/relationships/slideLayout" Target="../slideLayouts/slideLayout70.xml"/><Relationship Id="rId5" Type="http://schemas.openxmlformats.org/officeDocument/2006/relationships/slideLayout" Target="../slideLayouts/slideLayout64.xml"/><Relationship Id="rId10" Type="http://schemas.openxmlformats.org/officeDocument/2006/relationships/slideLayout" Target="../slideLayouts/slideLayout69.xml"/><Relationship Id="rId4" Type="http://schemas.openxmlformats.org/officeDocument/2006/relationships/slideLayout" Target="../slideLayouts/slideLayout63.xml"/><Relationship Id="rId9" Type="http://schemas.openxmlformats.org/officeDocument/2006/relationships/slideLayout" Target="../slideLayouts/slideLayout68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8.xml"/><Relationship Id="rId3" Type="http://schemas.openxmlformats.org/officeDocument/2006/relationships/slideLayout" Target="../slideLayouts/slideLayout73.xml"/><Relationship Id="rId7" Type="http://schemas.openxmlformats.org/officeDocument/2006/relationships/slideLayout" Target="../slideLayouts/slideLayout77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72.xml"/><Relationship Id="rId1" Type="http://schemas.openxmlformats.org/officeDocument/2006/relationships/slideLayout" Target="../slideLayouts/slideLayout71.xml"/><Relationship Id="rId6" Type="http://schemas.openxmlformats.org/officeDocument/2006/relationships/slideLayout" Target="../slideLayouts/slideLayout76.xml"/><Relationship Id="rId11" Type="http://schemas.openxmlformats.org/officeDocument/2006/relationships/slideLayout" Target="../slideLayouts/slideLayout81.xml"/><Relationship Id="rId5" Type="http://schemas.openxmlformats.org/officeDocument/2006/relationships/slideLayout" Target="../slideLayouts/slideLayout75.xml"/><Relationship Id="rId10" Type="http://schemas.openxmlformats.org/officeDocument/2006/relationships/slideLayout" Target="../slideLayouts/slideLayout80.xml"/><Relationship Id="rId4" Type="http://schemas.openxmlformats.org/officeDocument/2006/relationships/slideLayout" Target="../slideLayouts/slideLayout74.xml"/><Relationship Id="rId9" Type="http://schemas.openxmlformats.org/officeDocument/2006/relationships/slideLayout" Target="../slideLayouts/slideLayout79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9.xml"/><Relationship Id="rId3" Type="http://schemas.openxmlformats.org/officeDocument/2006/relationships/slideLayout" Target="../slideLayouts/slideLayout84.xml"/><Relationship Id="rId7" Type="http://schemas.openxmlformats.org/officeDocument/2006/relationships/slideLayout" Target="../slideLayouts/slideLayout88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83.xml"/><Relationship Id="rId1" Type="http://schemas.openxmlformats.org/officeDocument/2006/relationships/slideLayout" Target="../slideLayouts/slideLayout82.xml"/><Relationship Id="rId6" Type="http://schemas.openxmlformats.org/officeDocument/2006/relationships/slideLayout" Target="../slideLayouts/slideLayout87.xml"/><Relationship Id="rId11" Type="http://schemas.openxmlformats.org/officeDocument/2006/relationships/slideLayout" Target="../slideLayouts/slideLayout92.xml"/><Relationship Id="rId5" Type="http://schemas.openxmlformats.org/officeDocument/2006/relationships/slideLayout" Target="../slideLayouts/slideLayout86.xml"/><Relationship Id="rId10" Type="http://schemas.openxmlformats.org/officeDocument/2006/relationships/slideLayout" Target="../slideLayouts/slideLayout91.xml"/><Relationship Id="rId4" Type="http://schemas.openxmlformats.org/officeDocument/2006/relationships/slideLayout" Target="../slideLayouts/slideLayout85.xml"/><Relationship Id="rId9" Type="http://schemas.openxmlformats.org/officeDocument/2006/relationships/slideLayout" Target="../slideLayouts/slideLayout9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6096000" cy="39379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670648" y="6553200"/>
            <a:ext cx="549424" cy="387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fld id="{6E6CDC42-1F63-4428-B3BB-75D22C1B2BB3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Rectangle 25"/>
          <p:cNvSpPr>
            <a:spLocks noChangeArrowheads="1"/>
          </p:cNvSpPr>
          <p:nvPr userDrawn="1"/>
        </p:nvSpPr>
        <p:spPr bwMode="auto">
          <a:xfrm>
            <a:off x="0" y="548680"/>
            <a:ext cx="9144000" cy="7471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8000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</a:gradFill>
          <a:ln/>
          <a:ex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28" tIns="45714" rIns="91428" bIns="45714" anchor="ctr"/>
          <a:lstStyle/>
          <a:p>
            <a:pPr eaLnBrk="1" hangingPunct="1">
              <a:defRPr/>
            </a:pPr>
            <a:endParaRPr kumimoji="0" lang="ko-KR" altLang="en-US" sz="2800">
              <a:solidFill>
                <a:schemeClr val="tx2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8" name="Rectangle 26"/>
          <p:cNvSpPr>
            <a:spLocks noChangeArrowheads="1"/>
          </p:cNvSpPr>
          <p:nvPr userDrawn="1"/>
        </p:nvSpPr>
        <p:spPr bwMode="auto">
          <a:xfrm>
            <a:off x="0" y="6553200"/>
            <a:ext cx="9144000" cy="7471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8000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</a:gradFill>
          <a:ln/>
          <a:ex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28" tIns="45714" rIns="91428" bIns="45714" anchor="ctr"/>
          <a:lstStyle>
            <a:lvl1pPr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algn="l" eaLnBrk="1" hangingPunct="1">
              <a:defRPr/>
            </a:pPr>
            <a:r>
              <a:rPr lang="ko-KR" altLang="en-US" sz="24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endParaRPr lang="ko-KR" altLang="en-US" sz="3000" dirty="0" smtClean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9" name="그림 7" descr="대하로고.png"/>
          <p:cNvPicPr>
            <a:picLocks noChangeAspect="1"/>
          </p:cNvPicPr>
          <p:nvPr userDrawn="1"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7524328" y="127000"/>
            <a:ext cx="1440160" cy="3979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20" r:id="rId1"/>
    <p:sldLayoutId id="2147483821" r:id="rId2"/>
    <p:sldLayoutId id="2147483822" r:id="rId3"/>
    <p:sldLayoutId id="2147483823" r:id="rId4"/>
    <p:sldLayoutId id="2147483824" r:id="rId5"/>
    <p:sldLayoutId id="2147483825" r:id="rId6"/>
    <p:sldLayoutId id="2147483856" r:id="rId7"/>
    <p:sldLayoutId id="2147483907" r:id="rId8"/>
    <p:sldLayoutId id="2147483870" r:id="rId9"/>
    <p:sldLayoutId id="2147483869" r:id="rId10"/>
    <p:sldLayoutId id="2147483827" r:id="rId11"/>
    <p:sldLayoutId id="2147483855" r:id="rId12"/>
    <p:sldLayoutId id="2147483828" r:id="rId13"/>
    <p:sldLayoutId id="2147483829" r:id="rId14"/>
    <p:sldLayoutId id="2147483830" r:id="rId15"/>
  </p:sldLayoutIdLst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98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898" decel="100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898" decel="100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898" decel="100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898" decel="100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898" decel="100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9" r:id="rId1"/>
    <p:sldLayoutId id="2147483910" r:id="rId2"/>
    <p:sldLayoutId id="2147483911" r:id="rId3"/>
    <p:sldLayoutId id="2147483912" r:id="rId4"/>
    <p:sldLayoutId id="2147483913" r:id="rId5"/>
    <p:sldLayoutId id="2147483914" r:id="rId6"/>
    <p:sldLayoutId id="2147483915" r:id="rId7"/>
    <p:sldLayoutId id="2147483916" r:id="rId8"/>
    <p:sldLayoutId id="2147483917" r:id="rId9"/>
    <p:sldLayoutId id="2147483918" r:id="rId10"/>
    <p:sldLayoutId id="2147483919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6" r:id="rId1"/>
    <p:sldLayoutId id="2147483897" r:id="rId2"/>
    <p:sldLayoutId id="2147483898" r:id="rId3"/>
    <p:sldLayoutId id="2147483899" r:id="rId4"/>
    <p:sldLayoutId id="2147483900" r:id="rId5"/>
    <p:sldLayoutId id="2147483901" r:id="rId6"/>
    <p:sldLayoutId id="2147483902" r:id="rId7"/>
    <p:sldLayoutId id="2147483903" r:id="rId8"/>
    <p:sldLayoutId id="2147483904" r:id="rId9"/>
    <p:sldLayoutId id="2147483905" r:id="rId10"/>
    <p:sldLayoutId id="2147483906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2" r:id="rId1"/>
    <p:sldLayoutId id="2147483873" r:id="rId2"/>
    <p:sldLayoutId id="2147483874" r:id="rId3"/>
    <p:sldLayoutId id="2147483875" r:id="rId4"/>
    <p:sldLayoutId id="2147483876" r:id="rId5"/>
    <p:sldLayoutId id="2147483877" r:id="rId6"/>
    <p:sldLayoutId id="2147483878" r:id="rId7"/>
    <p:sldLayoutId id="2147483879" r:id="rId8"/>
    <p:sldLayoutId id="2147483880" r:id="rId9"/>
    <p:sldLayoutId id="2147483881" r:id="rId10"/>
    <p:sldLayoutId id="2147483882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4" r:id="rId1"/>
    <p:sldLayoutId id="2147483885" r:id="rId2"/>
    <p:sldLayoutId id="2147483886" r:id="rId3"/>
    <p:sldLayoutId id="2147483887" r:id="rId4"/>
    <p:sldLayoutId id="2147483888" r:id="rId5"/>
    <p:sldLayoutId id="2147483889" r:id="rId6"/>
    <p:sldLayoutId id="2147483890" r:id="rId7"/>
    <p:sldLayoutId id="2147483891" r:id="rId8"/>
    <p:sldLayoutId id="2147483892" r:id="rId9"/>
    <p:sldLayoutId id="2147483893" r:id="rId10"/>
    <p:sldLayoutId id="2147483894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8" r:id="rId1"/>
    <p:sldLayoutId id="2147483859" r:id="rId2"/>
    <p:sldLayoutId id="2147483860" r:id="rId3"/>
    <p:sldLayoutId id="2147483861" r:id="rId4"/>
    <p:sldLayoutId id="2147483862" r:id="rId5"/>
    <p:sldLayoutId id="2147483863" r:id="rId6"/>
    <p:sldLayoutId id="2147483864" r:id="rId7"/>
    <p:sldLayoutId id="2147483865" r:id="rId8"/>
    <p:sldLayoutId id="2147483866" r:id="rId9"/>
    <p:sldLayoutId id="2147483867" r:id="rId10"/>
    <p:sldLayoutId id="2147483868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4" r:id="rId1"/>
    <p:sldLayoutId id="2147483845" r:id="rId2"/>
    <p:sldLayoutId id="2147483846" r:id="rId3"/>
    <p:sldLayoutId id="2147483847" r:id="rId4"/>
    <p:sldLayoutId id="2147483848" r:id="rId5"/>
    <p:sldLayoutId id="2147483849" r:id="rId6"/>
    <p:sldLayoutId id="2147483850" r:id="rId7"/>
    <p:sldLayoutId id="2147483851" r:id="rId8"/>
    <p:sldLayoutId id="2147483852" r:id="rId9"/>
    <p:sldLayoutId id="2147483853" r:id="rId10"/>
    <p:sldLayoutId id="2147483854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2" r:id="rId1"/>
    <p:sldLayoutId id="2147483833" r:id="rId2"/>
    <p:sldLayoutId id="2147483834" r:id="rId3"/>
    <p:sldLayoutId id="2147483835" r:id="rId4"/>
    <p:sldLayoutId id="2147483836" r:id="rId5"/>
    <p:sldLayoutId id="2147483837" r:id="rId6"/>
    <p:sldLayoutId id="2147483838" r:id="rId7"/>
    <p:sldLayoutId id="2147483839" r:id="rId8"/>
    <p:sldLayoutId id="2147483840" r:id="rId9"/>
    <p:sldLayoutId id="2147483841" r:id="rId10"/>
    <p:sldLayoutId id="2147483842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-6207" y="6669360"/>
            <a:ext cx="9150207" cy="182062"/>
          </a:xfrm>
        </p:spPr>
        <p:txBody>
          <a:bodyPr/>
          <a:lstStyle/>
          <a:p>
            <a:pPr algn="ctr">
              <a:defRPr/>
            </a:pPr>
            <a:fld id="{6672085B-8B2F-4A51-AFDE-E0DD93C09D73}" type="slidenum">
              <a:rPr lang="en-US" altLang="ko-KR" smtClean="0">
                <a:solidFill>
                  <a:schemeClr val="bg1">
                    <a:lumMod val="50000"/>
                  </a:schemeClr>
                </a:solidFill>
              </a:rPr>
              <a:pPr algn="ctr">
                <a:defRPr/>
              </a:pPr>
              <a:t>1</a:t>
            </a:fld>
            <a:endParaRPr lang="en-US" altLang="ko-KR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37332" y="251770"/>
            <a:ext cx="53867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[ 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보전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시설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)_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본관 </a:t>
            </a:r>
            <a:r>
              <a:rPr lang="ko-KR" altLang="en-US" sz="1400" b="1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사무동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자동 출입문 수리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_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보고일 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: 5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월 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일 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  <a:endParaRPr lang="ko-KR" altLang="en-US" sz="1400" b="1" dirty="0"/>
          </a:p>
        </p:txBody>
      </p:sp>
      <p:graphicFrame>
        <p:nvGraphicFramePr>
          <p:cNvPr id="9" name="표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868499"/>
              </p:ext>
            </p:extLst>
          </p:nvPr>
        </p:nvGraphicFramePr>
        <p:xfrm>
          <a:off x="9423" y="661006"/>
          <a:ext cx="9108508" cy="36799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0129">
                  <a:extLst>
                    <a:ext uri="{9D8B030D-6E8A-4147-A177-3AD203B41FA5}">
                      <a16:colId xmlns:a16="http://schemas.microsoft.com/office/drawing/2014/main" val="1279869001"/>
                    </a:ext>
                  </a:extLst>
                </a:gridCol>
                <a:gridCol w="1872208">
                  <a:extLst>
                    <a:ext uri="{9D8B030D-6E8A-4147-A177-3AD203B41FA5}">
                      <a16:colId xmlns:a16="http://schemas.microsoft.com/office/drawing/2014/main" val="542279608"/>
                    </a:ext>
                  </a:extLst>
                </a:gridCol>
                <a:gridCol w="3384376">
                  <a:extLst>
                    <a:ext uri="{9D8B030D-6E8A-4147-A177-3AD203B41FA5}">
                      <a16:colId xmlns:a16="http://schemas.microsoft.com/office/drawing/2014/main" val="3764117902"/>
                    </a:ext>
                  </a:extLst>
                </a:gridCol>
                <a:gridCol w="1261407">
                  <a:extLst>
                    <a:ext uri="{9D8B030D-6E8A-4147-A177-3AD203B41FA5}">
                      <a16:colId xmlns:a16="http://schemas.microsoft.com/office/drawing/2014/main" val="2131341835"/>
                    </a:ext>
                  </a:extLst>
                </a:gridCol>
                <a:gridCol w="2060388">
                  <a:extLst>
                    <a:ext uri="{9D8B030D-6E8A-4147-A177-3AD203B41FA5}">
                      <a16:colId xmlns:a16="http://schemas.microsoft.com/office/drawing/2014/main" val="4163765789"/>
                    </a:ext>
                  </a:extLst>
                </a:gridCol>
              </a:tblGrid>
              <a:tr h="39173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</a:rPr>
                        <a:t>번호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 smtClean="0">
                          <a:solidFill>
                            <a:schemeClr val="tx1"/>
                          </a:solidFill>
                        </a:rPr>
                        <a:t>수리내용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</a:rPr>
                        <a:t>세부내용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 smtClean="0">
                          <a:solidFill>
                            <a:schemeClr val="tx1"/>
                          </a:solidFill>
                        </a:rPr>
                        <a:t>최종금액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</a:rPr>
                        <a:t>사  진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1294538"/>
                  </a:ext>
                </a:extLst>
              </a:tr>
              <a:tr h="328820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</a:rPr>
                        <a:t>본관 </a:t>
                      </a:r>
                      <a:r>
                        <a:rPr lang="ko-KR" altLang="en-US" sz="1200" b="0" dirty="0" err="1" smtClean="0">
                          <a:solidFill>
                            <a:schemeClr val="tx1"/>
                          </a:solidFill>
                        </a:rPr>
                        <a:t>사무동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</a:rPr>
                        <a:t> 자동 출입문 수리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■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개요</a:t>
                      </a:r>
                      <a:endParaRPr lang="en-US" altLang="ko-KR" sz="1200" b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- 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본관 </a:t>
                      </a:r>
                      <a:r>
                        <a:rPr lang="ko-KR" altLang="en-US" sz="1200" b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사무동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lang="ko-KR" altLang="en-US" sz="1200" b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자동출입문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프레임 상단 </a:t>
                      </a:r>
                      <a:endParaRPr lang="en-US" altLang="ko-KR" sz="1200" b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  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벌어짐 발생</a:t>
                      </a:r>
                      <a:endParaRPr lang="en-US" altLang="ko-KR" sz="1200" b="0" baseline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- 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원인 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: 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자연 노후 파손으로 판단되며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, </a:t>
                      </a:r>
                    </a:p>
                    <a:p>
                      <a:pPr latinLnBrk="1"/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  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프레임 자체가 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약함</a:t>
                      </a:r>
                      <a:endParaRPr lang="en-US" altLang="ko-KR" sz="1200" b="0" baseline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- </a:t>
                      </a:r>
                      <a:r>
                        <a:rPr lang="ko-KR" altLang="en-US" sz="1200" b="0" baseline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수리업체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점검 내용</a:t>
                      </a:r>
                      <a:endParaRPr lang="en-US" altLang="ko-KR" sz="1200" b="0" baseline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  ① 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프레임 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0.4T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이며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, 1.2T 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수리 제안</a:t>
                      </a:r>
                      <a:endParaRPr lang="en-US" altLang="ko-KR" sz="1200" b="0" baseline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  ② 1.2T 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작업 시 </a:t>
                      </a:r>
                      <a:r>
                        <a:rPr lang="ko-KR" altLang="en-US" sz="1200" b="0" baseline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철구조는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25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년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, </a:t>
                      </a:r>
                      <a:r>
                        <a:rPr lang="ko-KR" altLang="en-US" sz="1200" b="0" baseline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내부부품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endParaRPr lang="en-US" altLang="ko-KR" sz="1200" b="0" baseline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      10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년 사용기한 제시함</a:t>
                      </a:r>
                      <a:endParaRPr lang="en-US" altLang="ko-KR" sz="1200" b="0" baseline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■ 첨부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1. </a:t>
                      </a:r>
                      <a:r>
                        <a:rPr lang="ko-KR" altLang="en-US" sz="1200" b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수리내역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(</a:t>
                      </a:r>
                      <a:r>
                        <a:rPr lang="ko-KR" altLang="en-US" sz="1200" b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이노자동문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/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 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견적 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220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만원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)</a:t>
                      </a:r>
                      <a:endParaRPr lang="en-US" altLang="ko-KR" sz="1200" b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2,100,000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3387800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67544" y="4446539"/>
            <a:ext cx="1800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▶ 첨부</a:t>
            </a:r>
            <a:r>
              <a:rPr lang="en-US" altLang="ko-KR" sz="12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1. </a:t>
            </a:r>
            <a:r>
              <a:rPr lang="ko-KR" altLang="en-US" sz="1200" dirty="0" err="1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수리내역</a:t>
            </a:r>
            <a:endParaRPr lang="ko-KR" altLang="en-US" sz="1200" dirty="0"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7067012" y="1057834"/>
            <a:ext cx="2060346" cy="3264256"/>
            <a:chOff x="7084578" y="1196751"/>
            <a:chExt cx="2060346" cy="3474262"/>
          </a:xfrm>
        </p:grpSpPr>
        <p:pic>
          <p:nvPicPr>
            <p:cNvPr id="12" name="그림 1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084578" y="1196751"/>
              <a:ext cx="2060346" cy="1155600"/>
            </a:xfrm>
            <a:prstGeom prst="rect">
              <a:avLst/>
            </a:prstGeom>
          </p:spPr>
        </p:pic>
        <p:pic>
          <p:nvPicPr>
            <p:cNvPr id="13" name="그림 1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084578" y="2356082"/>
              <a:ext cx="2057369" cy="1155600"/>
            </a:xfrm>
            <a:prstGeom prst="rect">
              <a:avLst/>
            </a:prstGeom>
          </p:spPr>
        </p:pic>
        <p:pic>
          <p:nvPicPr>
            <p:cNvPr id="14" name="그림 13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084578" y="3515413"/>
              <a:ext cx="2059432" cy="1155600"/>
            </a:xfrm>
            <a:prstGeom prst="rect">
              <a:avLst/>
            </a:prstGeom>
          </p:spPr>
        </p:pic>
      </p:grpSp>
      <p:pic>
        <p:nvPicPr>
          <p:cNvPr id="3" name="그림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5575" y="4736906"/>
            <a:ext cx="7006079" cy="1788437"/>
          </a:xfrm>
          <a:prstGeom prst="rect">
            <a:avLst/>
          </a:prstGeom>
          <a:ln w="952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224488642"/>
      </p:ext>
    </p:extLst>
  </p:cSld>
  <p:clrMapOvr>
    <a:masterClrMapping/>
  </p:clrMapOvr>
  <p:transition>
    <p:strips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dpi="0" rotWithShape="1">
          <a:blip xmlns:r="http://schemas.openxmlformats.org/officeDocument/2006/relationships" r:embed="rId1">
            <a:alphaModFix amt="67000"/>
          </a:blip>
          <a:srcRect/>
          <a:stretch>
            <a:fillRect/>
          </a:stretch>
        </a:blip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6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5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3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4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2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1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36284</TotalTime>
  <Words>105</Words>
  <Application>Microsoft Office PowerPoint</Application>
  <PresentationFormat>화면 슬라이드 쇼(4:3)</PresentationFormat>
  <Paragraphs>23</Paragraphs>
  <Slides>1</Slides>
  <Notes>1</Notes>
  <HiddenSlides>0</HiddenSlides>
  <MMClips>0</MMClips>
  <ScaleCrop>false</ScaleCrop>
  <HeadingPairs>
    <vt:vector size="8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8</vt:i4>
      </vt:variant>
      <vt:variant>
        <vt:lpstr>슬라이드 제목</vt:lpstr>
      </vt:variant>
      <vt:variant>
        <vt:i4>1</vt:i4>
      </vt:variant>
      <vt:variant>
        <vt:lpstr>재구성한 쇼</vt:lpstr>
      </vt:variant>
      <vt:variant>
        <vt:i4>1</vt:i4>
      </vt:variant>
    </vt:vector>
  </HeadingPairs>
  <TitlesOfParts>
    <vt:vector size="15" baseType="lpstr">
      <vt:lpstr>HY견고딕</vt:lpstr>
      <vt:lpstr>굴림</vt:lpstr>
      <vt:lpstr>돋움</vt:lpstr>
      <vt:lpstr>맑은 고딕</vt:lpstr>
      <vt:lpstr>Arial</vt:lpstr>
      <vt:lpstr>Office 테마</vt:lpstr>
      <vt:lpstr>6_디자인 사용자 지정</vt:lpstr>
      <vt:lpstr>5_디자인 사용자 지정</vt:lpstr>
      <vt:lpstr>3_디자인 사용자 지정</vt:lpstr>
      <vt:lpstr>4_디자인 사용자 지정</vt:lpstr>
      <vt:lpstr>2_디자인 사용자 지정</vt:lpstr>
      <vt:lpstr>1_디자인 사용자 지정</vt:lpstr>
      <vt:lpstr>디자인 사용자 지정</vt:lpstr>
      <vt:lpstr>PowerPoint 프레젠테이션</vt:lpstr>
      <vt:lpstr>재구성한 쇼 1</vt:lpstr>
    </vt:vector>
  </TitlesOfParts>
  <Company>고구려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광개토대왕</dc:creator>
  <cp:lastModifiedBy>a</cp:lastModifiedBy>
  <cp:revision>1692</cp:revision>
  <cp:lastPrinted>2026-03-03T23:42:12Z</cp:lastPrinted>
  <dcterms:created xsi:type="dcterms:W3CDTF">2006-12-21T02:27:07Z</dcterms:created>
  <dcterms:modified xsi:type="dcterms:W3CDTF">2026-05-07T20:37:22Z</dcterms:modified>
</cp:coreProperties>
</file>