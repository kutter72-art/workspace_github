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6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6" d="100"/>
          <a:sy n="106" d="100"/>
        </p:scale>
        <p:origin x="187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23" y="216111"/>
            <a:ext cx="7300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4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보전(기계/설비)_구매/수선_Rubber Roll 외경가공외_보고일 : 5월 </a:t>
            </a:r>
            <a:r>
              <a:rPr lang="ko-KR" altLang="en-US" sz="14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4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ko-KR" altLang="en-US" sz="14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ko-KR" altLang="en-US" sz="14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759165"/>
              </p:ext>
            </p:extLst>
          </p:nvPr>
        </p:nvGraphicFramePr>
        <p:xfrm>
          <a:off x="9423" y="661007"/>
          <a:ext cx="9108508" cy="3056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4692688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377579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7390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</a:t>
                      </a:r>
                      <a:endParaRPr lang="ko-KR" altLang="en-US" sz="105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RUBBER ROLL</a:t>
                      </a:r>
                      <a:endParaRPr lang="ko-KR" altLang="en-US"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외경가공 외</a:t>
                      </a:r>
                      <a:endParaRPr lang="ko-KR" altLang="en-US"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(기타 설비부품)</a:t>
                      </a:r>
                      <a:endParaRPr lang="ko-KR" altLang="en-US"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예비품 제작/수선</a:t>
                      </a:r>
                      <a:endParaRPr lang="ko-KR" altLang="en-US"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개요</a:t>
                      </a:r>
                      <a:endParaRPr lang="ko-KR" sz="105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① 수조상부롤러 제작 - 12호기 상부 끝 롤러 (예비없음, 신규제작)</a:t>
                      </a:r>
                      <a:endParaRPr lang="ko-KR"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② 스핀와이퍼 가이드롤러 - 8호기 SPIN WIEPER (</a:t>
                      </a:r>
                      <a:r>
                        <a:rPr lang="ko-KR" altLang="en-US" sz="105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예비없음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신규제작)</a:t>
                      </a:r>
                      <a:endParaRPr lang="ko-KR"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 smtClean="0">
                          <a:solidFill>
                            <a:srgbClr val="FF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</a:t>
                      </a:r>
                      <a:r>
                        <a:rPr lang="ko-KR" altLang="en-US" sz="1050" b="1" dirty="0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③ 라바롤러 외경가공 - Φ135, 5EA (2~13호기용, 현 재고 4EA)</a:t>
                      </a:r>
                      <a:endParaRPr lang="ko-KR" sz="1050" b="1" dirty="0">
                        <a:solidFill>
                          <a:srgbClr val="0000CC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④ 롤러 베어링자리수리 - Φ135, 3EA (PELLETIZER용, 현 재고 4EA</a:t>
                      </a: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, </a:t>
                      </a: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수선)</a:t>
                      </a:r>
                      <a:endParaRPr lang="ko-KR"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⑤ 리본믹서 반부하측 샤프트 - Φ200×385L, 1EA (12호기, 수선)</a:t>
                      </a:r>
                      <a:endParaRPr lang="ko-KR"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※ 소모성 부품 수시 교체 및 수선 적용</a:t>
                      </a:r>
                      <a:endParaRPr lang="en-US" altLang="ko-KR" sz="105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</a:t>
                      </a:r>
                      <a:r>
                        <a:rPr lang="en-US" altLang="ko-KR" sz="1050" b="1" dirty="0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※ </a:t>
                      </a:r>
                      <a:r>
                        <a:rPr lang="ko-KR" altLang="en-US" sz="1050" b="1" dirty="0" err="1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라바롤러는</a:t>
                      </a:r>
                      <a:r>
                        <a:rPr lang="ko-KR" altLang="en-US" sz="1050" b="1" dirty="0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050" b="1" dirty="0" err="1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가공수선</a:t>
                      </a:r>
                      <a:r>
                        <a:rPr lang="ko-KR" altLang="en-US" sz="1050" b="1" dirty="0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불가 시 </a:t>
                      </a:r>
                      <a:r>
                        <a:rPr lang="ko-KR" altLang="en-US" sz="1050" b="1" dirty="0" err="1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네오플랜</a:t>
                      </a:r>
                      <a:r>
                        <a:rPr lang="ko-KR" altLang="en-US" sz="1050" b="1" dirty="0" smtClean="0">
                          <a:solidFill>
                            <a:srgbClr val="0000CC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재질로 교체 예정임</a:t>
                      </a:r>
                      <a:endParaRPr lang="ko-KR" sz="1050" b="1" dirty="0">
                        <a:solidFill>
                          <a:srgbClr val="0000CC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ko-KR"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첨부 1.  견적서  (</a:t>
                      </a:r>
                      <a:r>
                        <a:rPr lang="ko-KR" altLang="en-US" sz="105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세림기공</a:t>
                      </a:r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/ 합계 2,223,000원)</a:t>
                      </a:r>
                      <a:endParaRPr lang="ko-KR" sz="105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첨부 2.  사진대지</a:t>
                      </a:r>
                      <a:endParaRPr lang="ko-KR" sz="105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2,080,000</a:t>
                      </a:r>
                      <a:endParaRPr lang="ko-KR" altLang="en-US" sz="1050" b="0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VAT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</a:rPr>
                        <a:t>별도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7504" y="3789040"/>
            <a:ext cx="463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■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첨부1. 구매내역 (견적서)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169" y="4048350"/>
            <a:ext cx="6502463" cy="2413864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703392"/>
              </p:ext>
            </p:extLst>
          </p:nvPr>
        </p:nvGraphicFramePr>
        <p:xfrm>
          <a:off x="107504" y="764704"/>
          <a:ext cx="8928992" cy="5625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327927103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697465569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35242896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689817932"/>
                    </a:ext>
                  </a:extLst>
                </a:gridCol>
              </a:tblGrid>
              <a:tr h="373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NO.1 수조상부 롤러 제작</a:t>
                      </a:r>
                      <a:endParaRPr lang="ko-KR" sz="95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9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(12호기 상부 끝 롤러)</a:t>
                      </a:r>
                      <a:endParaRPr lang="ko-KR" sz="95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NO.2 스핀와이퍼 가이드롤러</a:t>
                      </a:r>
                      <a:endParaRPr lang="ko-KR" sz="95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9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제작 (8호기 SPIN WIEPER)</a:t>
                      </a:r>
                      <a:endParaRPr lang="ko-KR" sz="95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NO.3 라바롤러 외경 가공</a:t>
                      </a:r>
                      <a:endParaRPr lang="ko-KR" sz="95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9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(2~13호기용, 5EA)</a:t>
                      </a:r>
                      <a:endParaRPr lang="ko-KR" sz="95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NO.4 라바롤러 베어링자리</a:t>
                      </a:r>
                      <a:endParaRPr lang="ko-KR" sz="95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95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 (PELLETIZER용, 3EA)</a:t>
                      </a:r>
                      <a:endParaRPr lang="ko-KR" sz="95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50862"/>
                  </a:ext>
                </a:extLst>
              </a:tr>
              <a:tr h="22938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NO.1  수조상부 롤러 제작</a:t>
                      </a:r>
                      <a:endParaRPr lang="ko-KR" altLang="en-US" sz="10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NO.2  스핀와이퍼 가이드롤러 제작</a:t>
                      </a:r>
                      <a:endParaRPr lang="ko-KR" altLang="en-US" sz="10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NO.3  라바롤러 외경 가공</a:t>
                      </a:r>
                      <a:endParaRPr lang="ko-KR" altLang="en-US" sz="10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NO.4  라바롤러 베어링자리 수리</a:t>
                      </a:r>
                      <a:endParaRPr lang="ko-KR" altLang="en-US" sz="10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2324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NO.5 12호기 리본믹서</a:t>
                      </a:r>
                      <a:endParaRPr lang="ko-KR" sz="100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반부하측 샤프트 긴급제작</a:t>
                      </a:r>
                      <a:endParaRPr lang="ko-KR" sz="100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sz="1000" b="1" dirty="0"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450519"/>
                  </a:ext>
                </a:extLst>
              </a:tr>
              <a:tr h="2554193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86604"/>
                  </a:ext>
                </a:extLst>
              </a:tr>
            </a:tbl>
          </a:graphicData>
        </a:graphic>
      </p:graphicFrame>
      <p:pic>
        <p:nvPicPr>
          <p:cNvPr id="34" name="photo_5"/>
          <p:cNvPicPr>
            <a:picLocks noChangeAspect="1"/>
          </p:cNvPicPr>
          <p:nvPr/>
        </p:nvPicPr>
        <p:blipFill rotWithShape="1">
          <a:blip r:embed="rId3"/>
          <a:srcRect l="13260" r="552"/>
          <a:stretch/>
        </p:blipFill>
        <p:spPr>
          <a:xfrm>
            <a:off x="118550" y="3877369"/>
            <a:ext cx="2175828" cy="2466255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30" name="photo_1"/>
          <p:cNvPicPr>
            <a:picLocks noChangeAspect="1"/>
          </p:cNvPicPr>
          <p:nvPr/>
        </p:nvPicPr>
        <p:blipFill rotWithShape="1">
          <a:blip r:embed="rId4"/>
          <a:srcRect l="13260" t="1958" r="554" b="-1958"/>
          <a:stretch/>
        </p:blipFill>
        <p:spPr>
          <a:xfrm>
            <a:off x="164138" y="1159610"/>
            <a:ext cx="2130240" cy="2233822"/>
          </a:xfrm>
          <a:prstGeom prst="rect">
            <a:avLst/>
          </a:prstGeom>
        </p:spPr>
      </p:pic>
      <p:pic>
        <p:nvPicPr>
          <p:cNvPr id="31" name="photo_2"/>
          <p:cNvPicPr>
            <a:picLocks noChangeAspect="1"/>
          </p:cNvPicPr>
          <p:nvPr/>
        </p:nvPicPr>
        <p:blipFill rotWithShape="1">
          <a:blip r:embed="rId5"/>
          <a:srcRect t="1958" r="17128" b="-1958"/>
          <a:stretch/>
        </p:blipFill>
        <p:spPr>
          <a:xfrm>
            <a:off x="2430500" y="1159610"/>
            <a:ext cx="2058232" cy="2233822"/>
          </a:xfrm>
          <a:prstGeom prst="rect">
            <a:avLst/>
          </a:prstGeom>
        </p:spPr>
      </p:pic>
      <p:pic>
        <p:nvPicPr>
          <p:cNvPr id="32" name="photo_3"/>
          <p:cNvPicPr>
            <a:picLocks noChangeAspect="1"/>
          </p:cNvPicPr>
          <p:nvPr/>
        </p:nvPicPr>
        <p:blipFill rotWithShape="1">
          <a:blip r:embed="rId6"/>
          <a:srcRect l="9945" t="-1265" r="553" b="1265"/>
          <a:stretch/>
        </p:blipFill>
        <p:spPr>
          <a:xfrm>
            <a:off x="4639894" y="1159610"/>
            <a:ext cx="2164354" cy="2233822"/>
          </a:xfrm>
          <a:prstGeom prst="rect">
            <a:avLst/>
          </a:prstGeom>
        </p:spPr>
      </p:pic>
      <p:pic>
        <p:nvPicPr>
          <p:cNvPr id="33" name="photo_4"/>
          <p:cNvPicPr>
            <a:picLocks noChangeAspect="1"/>
          </p:cNvPicPr>
          <p:nvPr/>
        </p:nvPicPr>
        <p:blipFill rotWithShape="1">
          <a:blip r:embed="rId7"/>
          <a:srcRect t="-1265" r="17128" b="1265"/>
          <a:stretch/>
        </p:blipFill>
        <p:spPr>
          <a:xfrm>
            <a:off x="6835244" y="1159610"/>
            <a:ext cx="2129243" cy="22338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52" y="252812"/>
            <a:ext cx="3315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ko-KR" altLang="en-US" sz="1200" b="1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■</a:t>
            </a:r>
            <a:r>
              <a:rPr lang="ko-KR" altLang="en-US" sz="1200" b="1" dirty="0" smtClean="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첨부2. 사진대지</a:t>
            </a:r>
            <a:endParaRPr lang="ko-KR" altLang="en-US" sz="1200" b="1" dirty="0">
              <a:solidFill>
                <a:schemeClr val="tx1"/>
              </a:solidFill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37573</TotalTime>
  <Words>242</Words>
  <Application>Microsoft Office PowerPoint</Application>
  <PresentationFormat>화면 슬라이드 쇼(4:3)</PresentationFormat>
  <Paragraphs>44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1706</cp:revision>
  <cp:lastPrinted>2026-03-03T23:42:12Z</cp:lastPrinted>
  <dcterms:created xsi:type="dcterms:W3CDTF">2006-12-21T02:27:07Z</dcterms:created>
  <dcterms:modified xsi:type="dcterms:W3CDTF">2026-05-29T13:26:38Z</dcterms:modified>
</cp:coreProperties>
</file>