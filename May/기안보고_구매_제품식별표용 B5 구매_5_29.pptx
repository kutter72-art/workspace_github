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7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329" autoAdjust="0"/>
  </p:normalViewPr>
  <p:slideViewPr>
    <p:cSldViewPr>
      <p:cViewPr varScale="1">
        <p:scale>
          <a:sx n="114" d="100"/>
          <a:sy n="114" d="100"/>
        </p:scale>
        <p:origin x="150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240903"/>
            <a:ext cx="850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생산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팀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_구매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_제품식별표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용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B5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구매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_보고일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: 5월 29일 ]</a:t>
            </a:r>
            <a:endParaRPr lang="ko-KR" altLang="en-US" sz="1400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50923"/>
              </p:ext>
            </p:extLst>
          </p:nvPr>
        </p:nvGraphicFramePr>
        <p:xfrm>
          <a:off x="9423" y="661007"/>
          <a:ext cx="9108508" cy="256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045383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60388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170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구매내용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5894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제품식별표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(B5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용지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개요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 latinLnBrk="1"/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- 5월부터 품질팀 통합구매 →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공정관리팀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단독구매로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변경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담당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이유빈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 latinLnBrk="1"/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이전 통합구매로 인해 공정팀 자체 사용량 이력 부재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 latinLnBrk="1"/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- 5~6월 생산계획(M/T) 기준 톤백 환산으로 월 사용량 추정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적용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사용량 추정 및 소요시점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 latinLnBrk="1"/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- 5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: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7,500 M/T → 15,000장 / 6월: 7,020 M/T → 14,040장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 latinLnBrk="1"/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월 평균 추정 사용량: 약 14,520장 (톤백 1개 = 식별표 1매)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 latinLnBrk="1"/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금번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구매량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(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30,000장)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소요시점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: </a:t>
                      </a:r>
                      <a:r>
                        <a:rPr lang="ko-KR" altLang="en-US" sz="1000" b="1" dirty="0" smtClean="0">
                          <a:solidFill>
                            <a:srgbClr val="FF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약 2.1개월 (약 63일)</a:t>
                      </a:r>
                      <a:endParaRPr lang="ko-KR" altLang="en-US" sz="1000" b="1" dirty="0">
                        <a:solidFill>
                          <a:srgbClr val="FF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 latinLnBrk="1"/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예상 소진: 2026. 08.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초 /여유분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5% 감안 약 2.0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개월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6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말 </a:t>
                      </a:r>
                      <a:r>
                        <a:rPr lang="ko-KR" altLang="en-US" sz="10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재발주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예정임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첨부1. 구매내역  (세대특수지  842,930원</a:t>
                      </a:r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842,930원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VAT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포함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66436" y="3373256"/>
            <a:ext cx="42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ko-KR" altLang="en-US" sz="12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■</a:t>
            </a:r>
            <a:r>
              <a:rPr lang="ko-KR" altLang="en-US" sz="12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2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첨부 1.  구매내역  </a:t>
            </a:r>
            <a:r>
              <a:rPr lang="ko-KR" altLang="en-US" sz="12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(공급업체 </a:t>
            </a:r>
            <a:r>
              <a:rPr lang="en-US" altLang="ko-KR" sz="12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ko-KR" altLang="en-US" sz="1200" b="1" dirty="0" err="1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세대특수지</a:t>
            </a:r>
            <a:r>
              <a:rPr lang="ko-KR" altLang="en-US" sz="12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)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97" y="3664249"/>
            <a:ext cx="5235665" cy="134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36355</TotalTime>
  <Words>182</Words>
  <Application>Microsoft Office PowerPoint</Application>
  <PresentationFormat>화면 슬라이드 쇼(4:3)</PresentationFormat>
  <Paragraphs>27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1704</cp:revision>
  <cp:lastPrinted>2026-03-03T23:42:12Z</cp:lastPrinted>
  <dcterms:created xsi:type="dcterms:W3CDTF">2006-12-21T02:27:07Z</dcterms:created>
  <dcterms:modified xsi:type="dcterms:W3CDTF">2026-05-29T04:04:21Z</dcterms:modified>
</cp:coreProperties>
</file>