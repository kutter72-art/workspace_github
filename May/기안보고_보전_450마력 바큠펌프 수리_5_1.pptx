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)_450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마력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바큠펌프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수리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152030"/>
              </p:ext>
            </p:extLst>
          </p:nvPr>
        </p:nvGraphicFramePr>
        <p:xfrm>
          <a:off x="9423" y="661007"/>
          <a:ext cx="9108508" cy="2420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45383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450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마력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바큠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펌프 수리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개요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‘26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트립과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소음으로 가동중단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자체점검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①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진공불량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②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부하측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오일누유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③ 베어링 소음 확인 ④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모터불량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사용기간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‘24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8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~ ‘26. 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외주업체 입고 후 점검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점검내역서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 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공장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예비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펌프 사용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업체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동방플랜텍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현장 내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펌프 현황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바큠모터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25HP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별도수리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모터수리보고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116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만원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6,300,000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27085" y="3140968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수리견적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내역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동방플랜텍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8" y="3408242"/>
            <a:ext cx="4617999" cy="321344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734870" y="3140968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2.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현장 내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바큠펌프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현황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605" y="3408243"/>
            <a:ext cx="4185891" cy="198592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6834" y="996620"/>
            <a:ext cx="2041097" cy="2084519"/>
          </a:xfrm>
          <a:prstGeom prst="rect">
            <a:avLst/>
          </a:prstGeom>
        </p:spPr>
      </p:pic>
      <p:sp>
        <p:nvSpPr>
          <p:cNvPr id="6" name="아래쪽 화살표 5"/>
          <p:cNvSpPr/>
          <p:nvPr/>
        </p:nvSpPr>
        <p:spPr>
          <a:xfrm>
            <a:off x="7471174" y="1628800"/>
            <a:ext cx="125162" cy="21602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동방플랜텍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점검내역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3" name="그림 2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2014" y="3249192"/>
            <a:ext cx="2556000" cy="1908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5" name="그림 4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72014" y="1201674"/>
            <a:ext cx="2556000" cy="1908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" name="그림 5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308111" y="1201674"/>
            <a:ext cx="2556000" cy="1908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7" name="그림 6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308111" y="3249192"/>
            <a:ext cx="2556000" cy="1908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1" name="그림 10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444208" y="1201674"/>
            <a:ext cx="2556000" cy="1908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2" name="그림 11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444208" y="3249192"/>
            <a:ext cx="2556000" cy="1908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79512" y="5456257"/>
            <a:ext cx="5962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※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사진 일부 발췌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그밖의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추가 이미지는 견적서 참조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36331</TotalTime>
  <Words>167</Words>
  <Application>Microsoft Office PowerPoint</Application>
  <PresentationFormat>화면 슬라이드 쇼(4:3)</PresentationFormat>
  <Paragraphs>28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1699</cp:revision>
  <cp:lastPrinted>2026-03-03T23:42:12Z</cp:lastPrinted>
  <dcterms:created xsi:type="dcterms:W3CDTF">2006-12-21T02:27:07Z</dcterms:created>
  <dcterms:modified xsi:type="dcterms:W3CDTF">2026-05-01T08:39:50Z</dcterms:modified>
</cp:coreProperties>
</file>