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81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기안보고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소모품 구매 보고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520664"/>
            <a:ext cx="2626612" cy="284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당진종합철재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191324"/>
              </p:ext>
            </p:extLst>
          </p:nvPr>
        </p:nvGraphicFramePr>
        <p:xfrm>
          <a:off x="242093" y="682354"/>
          <a:ext cx="8650387" cy="272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38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7527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99243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67056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86429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703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352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철 자재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SCREW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보관함 제작 및  모터 선반 제작용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철자재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구매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당진종합철재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– 1,368,000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1,350,000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805283"/>
            <a:ext cx="7928482" cy="27363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965" y="1060968"/>
            <a:ext cx="1864087" cy="12064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965" y="2286300"/>
            <a:ext cx="1873514" cy="112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36346</TotalTime>
  <Words>69</Words>
  <Application>Microsoft Office PowerPoint</Application>
  <PresentationFormat>화면 슬라이드 쇼(4:3)</PresentationFormat>
  <Paragraphs>18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1700</cp:revision>
  <cp:lastPrinted>2026-03-03T23:42:12Z</cp:lastPrinted>
  <dcterms:created xsi:type="dcterms:W3CDTF">2006-12-21T02:27:07Z</dcterms:created>
  <dcterms:modified xsi:type="dcterms:W3CDTF">2026-05-12T18:54:47Z</dcterms:modified>
</cp:coreProperties>
</file>