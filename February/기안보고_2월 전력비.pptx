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5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186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8" y="854468"/>
            <a:ext cx="8964035" cy="379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6483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35695</TotalTime>
  <Words>2</Words>
  <Application>Microsoft Office PowerPoint</Application>
  <PresentationFormat>화면 슬라이드 쇼(4:3)</PresentationFormat>
  <Paragraphs>2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1668</cp:revision>
  <cp:lastPrinted>2026-03-05T07:40:04Z</cp:lastPrinted>
  <dcterms:created xsi:type="dcterms:W3CDTF">2006-12-21T02:27:07Z</dcterms:created>
  <dcterms:modified xsi:type="dcterms:W3CDTF">2026-03-05T09:50:22Z</dcterms:modified>
</cp:coreProperties>
</file>