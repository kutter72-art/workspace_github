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6" r:id="rId9"/>
  </p:sldIdLst>
  <p:sldSz cx="9144000" cy="6858000" type="screen4x3"/>
  <p:notesSz cx="9998075" cy="686435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2" userDrawn="1">
          <p15:clr>
            <a:srgbClr val="A4A3A4"/>
          </p15:clr>
        </p15:guide>
        <p15:guide id="2" pos="315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62"/>
        <p:guide pos="315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63573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63573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63573" y="2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84538" y="515938"/>
            <a:ext cx="3429000" cy="25733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0272" y="3260795"/>
            <a:ext cx="7997533" cy="3088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63573" y="6520458"/>
            <a:ext cx="4332191" cy="34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7" tIns="46661" rIns="93317" bIns="4666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52475"/>
            <a:ext cx="5011738" cy="3759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570339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7504" y="1123284"/>
            <a:ext cx="8139400" cy="4602802"/>
            <a:chOff x="323528" y="908720"/>
            <a:chExt cx="6559437" cy="4602802"/>
          </a:xfrm>
        </p:grpSpPr>
        <p:sp>
          <p:nvSpPr>
            <p:cNvPr id="2" name="TextBox 1"/>
            <p:cNvSpPr txBox="1"/>
            <p:nvPr/>
          </p:nvSpPr>
          <p:spPr>
            <a:xfrm>
              <a:off x="323528" y="908720"/>
              <a:ext cx="55357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■ 8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호기 </a:t>
              </a:r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SCREW 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조합 분해 마모도 점검 내역</a:t>
              </a:r>
              <a:endParaRPr lang="ko-KR" altLang="en-US" sz="12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02245" y="4034194"/>
              <a:ext cx="648072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-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  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 </a:t>
              </a:r>
            </a:p>
            <a:p>
              <a:pPr>
                <a:lnSpc>
                  <a:spcPct val="150000"/>
                </a:lnSpc>
              </a:pPr>
              <a:endParaRPr lang="en-US" altLang="ko-KR" sz="1200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-</a:t>
              </a:r>
              <a:r>
                <a:rPr lang="ko-KR" altLang="en-US" sz="1200" dirty="0" smtClean="0">
                  <a:latin typeface="+mn-ea"/>
                  <a:ea typeface="+mn-ea"/>
                </a:rPr>
                <a:t>이번 </a:t>
              </a:r>
              <a:r>
                <a:rPr lang="en-US" altLang="ko-KR" sz="1200" dirty="0" smtClean="0">
                  <a:latin typeface="+mn-ea"/>
                  <a:ea typeface="+mn-ea"/>
                </a:rPr>
                <a:t>8</a:t>
              </a:r>
              <a:r>
                <a:rPr lang="ko-KR" altLang="en-US" sz="1200" dirty="0" smtClean="0">
                  <a:latin typeface="+mn-ea"/>
                  <a:ea typeface="+mn-ea"/>
                </a:rPr>
                <a:t>호기 </a:t>
              </a:r>
              <a:r>
                <a:rPr lang="en-US" altLang="ko-KR" sz="1200" dirty="0" smtClean="0">
                  <a:latin typeface="+mn-ea"/>
                  <a:ea typeface="+mn-ea"/>
                </a:rPr>
                <a:t>SCREW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교체품</a:t>
              </a:r>
              <a:r>
                <a:rPr lang="ko-KR" altLang="en-US" sz="1200" dirty="0" smtClean="0">
                  <a:latin typeface="+mn-ea"/>
                  <a:ea typeface="+mn-ea"/>
                </a:rPr>
                <a:t> </a:t>
              </a:r>
              <a:r>
                <a:rPr lang="en-US" altLang="ko-KR" sz="1200" dirty="0" smtClean="0">
                  <a:latin typeface="+mn-ea"/>
                  <a:ea typeface="+mn-ea"/>
                </a:rPr>
                <a:t>---</a:t>
              </a:r>
              <a:r>
                <a:rPr lang="ko-KR" altLang="en-US" sz="1200" dirty="0" smtClean="0">
                  <a:latin typeface="+mn-ea"/>
                  <a:ea typeface="+mn-ea"/>
                </a:rPr>
                <a:t>추후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마모부위</a:t>
              </a:r>
              <a:r>
                <a:rPr lang="ko-KR" altLang="en-US" sz="1200" dirty="0" smtClean="0">
                  <a:latin typeface="+mn-ea"/>
                  <a:ea typeface="+mn-ea"/>
                </a:rPr>
                <a:t> </a:t>
              </a:r>
              <a:r>
                <a:rPr lang="en-US" altLang="ko-KR" sz="1200" dirty="0" smtClean="0">
                  <a:latin typeface="+mn-ea"/>
                  <a:ea typeface="+mn-ea"/>
                </a:rPr>
                <a:t>SCREW </a:t>
              </a:r>
              <a:r>
                <a:rPr lang="ko-KR" altLang="en-US" sz="1200" dirty="0" smtClean="0">
                  <a:latin typeface="+mn-ea"/>
                  <a:ea typeface="+mn-ea"/>
                </a:rPr>
                <a:t>구매 예정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37332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 #SCREW</a:t>
            </a:r>
            <a:r>
              <a:rPr lang="ko-KR" altLang="en-US" sz="1600" b="1" dirty="0" smtClean="0">
                <a:latin typeface="+mn-ea"/>
                <a:ea typeface="+mn-ea"/>
              </a:rPr>
              <a:t> 분해 보고서 건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74323" y="4020838"/>
            <a:ext cx="8041722" cy="903474"/>
            <a:chOff x="323086" y="1542321"/>
            <a:chExt cx="6480720" cy="581313"/>
          </a:xfrm>
        </p:grpSpPr>
        <p:sp>
          <p:nvSpPr>
            <p:cNvPr id="11" name="TextBox 10"/>
            <p:cNvSpPr txBox="1"/>
            <p:nvPr/>
          </p:nvSpPr>
          <p:spPr>
            <a:xfrm>
              <a:off x="343773" y="1542321"/>
              <a:ext cx="5535738" cy="178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3086" y="1908978"/>
              <a:ext cx="6480720" cy="214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ko-KR" altLang="ko-KR" sz="1200" b="1" dirty="0">
                <a:latin typeface="+mn-ea"/>
                <a:ea typeface="+mn-ea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30414" y="4692394"/>
            <a:ext cx="8041722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1200" b="1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63341" y="2046058"/>
            <a:ext cx="1156331" cy="7393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619672" y="2051906"/>
            <a:ext cx="936103" cy="72764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555773" y="2066106"/>
            <a:ext cx="792090" cy="71343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336710" y="2068632"/>
            <a:ext cx="803241" cy="70034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128797" y="2078203"/>
            <a:ext cx="792088" cy="69077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921812" y="2089278"/>
            <a:ext cx="946332" cy="68926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868142" y="2082203"/>
            <a:ext cx="1008113" cy="70274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876254" y="2091648"/>
            <a:ext cx="720077" cy="67732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596329" y="2101125"/>
            <a:ext cx="792090" cy="660816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3899447" y="-572465"/>
            <a:ext cx="1389276" cy="8261488"/>
          </a:xfrm>
          <a:prstGeom prst="rect">
            <a:avLst/>
          </a:prstGeom>
        </p:spPr>
      </p:pic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13655"/>
              </p:ext>
            </p:extLst>
          </p:nvPr>
        </p:nvGraphicFramePr>
        <p:xfrm>
          <a:off x="463341" y="4402532"/>
          <a:ext cx="7858847" cy="7991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6371">
                  <a:extLst>
                    <a:ext uri="{9D8B030D-6E8A-4147-A177-3AD203B41FA5}">
                      <a16:colId xmlns:a16="http://schemas.microsoft.com/office/drawing/2014/main" val="2766237822"/>
                    </a:ext>
                  </a:extLst>
                </a:gridCol>
                <a:gridCol w="543025">
                  <a:extLst>
                    <a:ext uri="{9D8B030D-6E8A-4147-A177-3AD203B41FA5}">
                      <a16:colId xmlns:a16="http://schemas.microsoft.com/office/drawing/2014/main" val="2315372062"/>
                    </a:ext>
                  </a:extLst>
                </a:gridCol>
                <a:gridCol w="639123">
                  <a:extLst>
                    <a:ext uri="{9D8B030D-6E8A-4147-A177-3AD203B41FA5}">
                      <a16:colId xmlns:a16="http://schemas.microsoft.com/office/drawing/2014/main" val="1895854024"/>
                    </a:ext>
                  </a:extLst>
                </a:gridCol>
                <a:gridCol w="639123">
                  <a:extLst>
                    <a:ext uri="{9D8B030D-6E8A-4147-A177-3AD203B41FA5}">
                      <a16:colId xmlns:a16="http://schemas.microsoft.com/office/drawing/2014/main" val="1556085001"/>
                    </a:ext>
                  </a:extLst>
                </a:gridCol>
                <a:gridCol w="639123">
                  <a:extLst>
                    <a:ext uri="{9D8B030D-6E8A-4147-A177-3AD203B41FA5}">
                      <a16:colId xmlns:a16="http://schemas.microsoft.com/office/drawing/2014/main" val="3467239589"/>
                    </a:ext>
                  </a:extLst>
                </a:gridCol>
                <a:gridCol w="639123">
                  <a:extLst>
                    <a:ext uri="{9D8B030D-6E8A-4147-A177-3AD203B41FA5}">
                      <a16:colId xmlns:a16="http://schemas.microsoft.com/office/drawing/2014/main" val="1351066176"/>
                    </a:ext>
                  </a:extLst>
                </a:gridCol>
                <a:gridCol w="639123">
                  <a:extLst>
                    <a:ext uri="{9D8B030D-6E8A-4147-A177-3AD203B41FA5}">
                      <a16:colId xmlns:a16="http://schemas.microsoft.com/office/drawing/2014/main" val="3050813928"/>
                    </a:ext>
                  </a:extLst>
                </a:gridCol>
                <a:gridCol w="639123">
                  <a:extLst>
                    <a:ext uri="{9D8B030D-6E8A-4147-A177-3AD203B41FA5}">
                      <a16:colId xmlns:a16="http://schemas.microsoft.com/office/drawing/2014/main" val="2977088527"/>
                    </a:ext>
                  </a:extLst>
                </a:gridCol>
                <a:gridCol w="639123">
                  <a:extLst>
                    <a:ext uri="{9D8B030D-6E8A-4147-A177-3AD203B41FA5}">
                      <a16:colId xmlns:a16="http://schemas.microsoft.com/office/drawing/2014/main" val="714449957"/>
                    </a:ext>
                  </a:extLst>
                </a:gridCol>
                <a:gridCol w="662795">
                  <a:extLst>
                    <a:ext uri="{9D8B030D-6E8A-4147-A177-3AD203B41FA5}">
                      <a16:colId xmlns:a16="http://schemas.microsoft.com/office/drawing/2014/main" val="3152140880"/>
                    </a:ext>
                  </a:extLst>
                </a:gridCol>
                <a:gridCol w="662795">
                  <a:extLst>
                    <a:ext uri="{9D8B030D-6E8A-4147-A177-3AD203B41FA5}">
                      <a16:colId xmlns:a16="http://schemas.microsoft.com/office/drawing/2014/main" val="3790177101"/>
                    </a:ext>
                  </a:extLst>
                </a:gridCol>
              </a:tblGrid>
              <a:tr h="2272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 위치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 투입구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 side fee"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 vent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 vent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extLst>
                  <a:ext uri="{0D108BD9-81ED-4DB2-BD59-A6C34878D82A}">
                    <a16:rowId xmlns:a16="http://schemas.microsoft.com/office/drawing/2014/main" val="3565657203"/>
                  </a:ext>
                </a:extLst>
              </a:tr>
              <a:tr h="2272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 구분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C8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 C9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extLst>
                  <a:ext uri="{0D108BD9-81ED-4DB2-BD59-A6C34878D82A}">
                    <a16:rowId xmlns:a16="http://schemas.microsoft.com/office/drawing/2014/main" val="3648254414"/>
                  </a:ext>
                </a:extLst>
              </a:tr>
              <a:tr h="2360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 SCREW </a:t>
                      </a:r>
                      <a:r>
                        <a:rPr lang="ko-KR" altLang="en-US" sz="1100" u="none" strike="noStrike">
                          <a:effectLst/>
                        </a:rPr>
                        <a:t>정치수 </a:t>
                      </a:r>
                      <a:r>
                        <a:rPr lang="en-US" altLang="ko-KR" sz="1100" u="none" strike="noStrike">
                          <a:effectLst/>
                        </a:rPr>
                        <a:t>91</a:t>
                      </a:r>
                      <a:r>
                        <a:rPr lang="en-US" sz="1100" u="none" strike="noStrike">
                          <a:effectLst/>
                        </a:rPr>
                        <a:t>mm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>
                          <a:effectLst/>
                        </a:rPr>
                        <a:t>         </a:t>
                      </a:r>
                      <a:r>
                        <a:rPr lang="en-US" altLang="ko-KR" sz="1100" u="none" strike="noStrike">
                          <a:effectLst/>
                        </a:rPr>
                        <a:t>90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>
                          <a:effectLst/>
                        </a:rPr>
                        <a:t>         </a:t>
                      </a:r>
                      <a:r>
                        <a:rPr lang="en-US" altLang="ko-KR" sz="1100" u="none" strike="noStrike">
                          <a:effectLst/>
                        </a:rPr>
                        <a:t>89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>
                          <a:effectLst/>
                        </a:rPr>
                        <a:t>         </a:t>
                      </a:r>
                      <a:r>
                        <a:rPr lang="en-US" altLang="ko-KR" sz="1100" u="none" strike="noStrike">
                          <a:effectLst/>
                        </a:rPr>
                        <a:t>88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 dirty="0">
                          <a:effectLst/>
                        </a:rPr>
                        <a:t> 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82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>
                          <a:effectLst/>
                        </a:rPr>
                        <a:t>         </a:t>
                      </a:r>
                      <a:r>
                        <a:rPr lang="en-US" altLang="ko-KR" sz="1100" u="none" strike="noStrike">
                          <a:effectLst/>
                        </a:rPr>
                        <a:t>90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>
                          <a:effectLst/>
                        </a:rPr>
                        <a:t>         </a:t>
                      </a:r>
                      <a:r>
                        <a:rPr lang="en-US" altLang="ko-KR" sz="1100" u="none" strike="noStrike">
                          <a:effectLst/>
                        </a:rPr>
                        <a:t>88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>
                          <a:effectLst/>
                        </a:rPr>
                        <a:t>         </a:t>
                      </a:r>
                      <a:r>
                        <a:rPr lang="en-US" altLang="ko-KR" sz="1100" u="none" strike="noStrike">
                          <a:effectLst/>
                        </a:rPr>
                        <a:t>90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100" u="none" strike="noStrike">
                          <a:effectLst/>
                        </a:rPr>
                        <a:t>         </a:t>
                      </a:r>
                      <a:r>
                        <a:rPr lang="en-US" altLang="ko-KR" sz="1100" u="none" strike="noStrike">
                          <a:effectLst/>
                        </a:rPr>
                        <a:t>90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>
                          <a:effectLst/>
                        </a:rPr>
                        <a:t>90.5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u="none" strike="noStrike" dirty="0">
                          <a:effectLst/>
                        </a:rPr>
                        <a:t>90.5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5" marR="9295" marT="9295" marB="0" anchor="ctr"/>
                </a:tc>
                <a:extLst>
                  <a:ext uri="{0D108BD9-81ED-4DB2-BD59-A6C34878D82A}">
                    <a16:rowId xmlns:a16="http://schemas.microsoft.com/office/drawing/2014/main" val="1830562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41167</TotalTime>
  <Words>89</Words>
  <Application>Microsoft Office PowerPoint</Application>
  <PresentationFormat>화면 슬라이드 쇼(4:3)</PresentationFormat>
  <Paragraphs>42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1733</cp:revision>
  <cp:lastPrinted>2026-05-19T03:20:51Z</cp:lastPrinted>
  <dcterms:created xsi:type="dcterms:W3CDTF">2006-12-21T02:27:07Z</dcterms:created>
  <dcterms:modified xsi:type="dcterms:W3CDTF">2026-05-30T03:10:38Z</dcterms:modified>
</cp:coreProperties>
</file>