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8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8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23528" y="837696"/>
            <a:ext cx="7704856" cy="1931900"/>
            <a:chOff x="323528" y="908720"/>
            <a:chExt cx="6724362" cy="1931900"/>
          </a:xfrm>
        </p:grpSpPr>
        <p:sp>
          <p:nvSpPr>
            <p:cNvPr id="6" name="TextBox 5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대한화재보험 협회 안전점검</a:t>
              </a:r>
              <a:endParaRPr lang="ko-KR" altLang="en-US" sz="12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67170" y="1224793"/>
              <a:ext cx="6480720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개요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한국화재보험협회 공문</a:t>
              </a:r>
              <a:r>
                <a:rPr lang="en-US" altLang="ko-KR" sz="1100" dirty="0" smtClean="0">
                  <a:latin typeface="+mn-ea"/>
                  <a:ea typeface="+mn-ea"/>
                </a:rPr>
                <a:t>(2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en-US" altLang="ko-KR" sz="1100" dirty="0" smtClean="0">
                  <a:latin typeface="+mn-ea"/>
                  <a:ea typeface="+mn-ea"/>
                </a:rPr>
                <a:t>11</a:t>
              </a:r>
              <a:r>
                <a:rPr lang="ko-KR" altLang="en-US" sz="1100" dirty="0" smtClean="0">
                  <a:latin typeface="+mn-ea"/>
                  <a:ea typeface="+mn-ea"/>
                </a:rPr>
                <a:t>일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r>
                <a:rPr lang="ko-KR" altLang="en-US" sz="1100" dirty="0" smtClean="0">
                  <a:latin typeface="+mn-ea"/>
                  <a:ea typeface="+mn-ea"/>
                </a:rPr>
                <a:t>의거 </a:t>
              </a:r>
              <a:r>
                <a:rPr lang="en-US" altLang="ko-KR" sz="1100" dirty="0" smtClean="0">
                  <a:latin typeface="+mn-ea"/>
                  <a:ea typeface="+mn-ea"/>
                </a:rPr>
                <a:t>3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en-US" altLang="ko-KR" sz="1100" dirty="0" smtClean="0">
                  <a:latin typeface="+mn-ea"/>
                  <a:ea typeface="+mn-ea"/>
                </a:rPr>
                <a:t>5</a:t>
              </a:r>
              <a:r>
                <a:rPr lang="ko-KR" altLang="en-US" sz="1100" dirty="0" smtClean="0">
                  <a:latin typeface="+mn-ea"/>
                  <a:ea typeface="+mn-ea"/>
                </a:rPr>
                <a:t>일 안전점검 실시함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방문자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이우석 책임</a:t>
              </a:r>
              <a:r>
                <a:rPr lang="en-US" altLang="ko-KR" sz="1100" dirty="0" smtClean="0">
                  <a:latin typeface="+mn-ea"/>
                  <a:ea typeface="+mn-ea"/>
                </a:rPr>
                <a:t>(010 9254 9953)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점검내용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전년도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권고내용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조치현황</a:t>
              </a:r>
              <a:r>
                <a:rPr lang="ko-KR" altLang="en-US" sz="1100" dirty="0" smtClean="0">
                  <a:latin typeface="+mn-ea"/>
                  <a:ea typeface="+mn-ea"/>
                </a:rPr>
                <a:t> 파악 및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특수건물</a:t>
              </a:r>
              <a:r>
                <a:rPr lang="ko-KR" altLang="en-US" sz="1100" dirty="0" smtClean="0">
                  <a:latin typeface="+mn-ea"/>
                  <a:ea typeface="+mn-ea"/>
                </a:rPr>
                <a:t> 변경내용 확인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예방활동 권고사항</a:t>
              </a:r>
              <a:r>
                <a:rPr lang="en-US" altLang="ko-KR" sz="1100" dirty="0" smtClean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dirty="0" smtClean="0">
                  <a:latin typeface="+mn-ea"/>
                  <a:ea typeface="+mn-ea"/>
                </a:rPr>
                <a:t>      </a:t>
              </a:r>
              <a:r>
                <a:rPr lang="en-US" altLang="ko-KR" sz="1100" dirty="0" smtClean="0">
                  <a:latin typeface="+mn-ea"/>
                  <a:ea typeface="+mn-ea"/>
                </a:rPr>
                <a:t>-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소방용수실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환기시설</a:t>
              </a:r>
              <a:r>
                <a:rPr lang="ko-KR" altLang="en-US" sz="1100" dirty="0" smtClean="0">
                  <a:latin typeface="+mn-ea"/>
                  <a:ea typeface="+mn-ea"/>
                </a:rPr>
                <a:t> 미비로 펌프 등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녹발생에</a:t>
              </a:r>
              <a:r>
                <a:rPr lang="ko-KR" altLang="en-US" sz="1100" dirty="0" smtClean="0">
                  <a:latin typeface="+mn-ea"/>
                  <a:ea typeface="+mn-ea"/>
                </a:rPr>
                <a:t> 의한 잦은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고장방지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보전팀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: ‘25</a:t>
              </a:r>
              <a:r>
                <a:rPr lang="ko-KR" altLang="en-US" sz="1100" dirty="0" smtClean="0">
                  <a:latin typeface="+mn-ea"/>
                  <a:ea typeface="+mn-ea"/>
                </a:rPr>
                <a:t>년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펌프베어링</a:t>
              </a:r>
              <a:r>
                <a:rPr lang="ko-KR" altLang="en-US" sz="1100" dirty="0" smtClean="0">
                  <a:latin typeface="+mn-ea"/>
                  <a:ea typeface="+mn-ea"/>
                </a:rPr>
                <a:t> 교체 진행함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 smtClean="0">
                  <a:latin typeface="+mn-ea"/>
                  <a:ea typeface="+mn-ea"/>
                </a:rPr>
                <a:t>              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564903"/>
            <a:ext cx="2880320" cy="384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3218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35746</TotalTime>
  <Words>66</Words>
  <Application>Microsoft Office PowerPoint</Application>
  <PresentationFormat>화면 슬라이드 쇼(4:3)</PresentationFormat>
  <Paragraphs>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1670</cp:revision>
  <cp:lastPrinted>2026-03-05T07:40:04Z</cp:lastPrinted>
  <dcterms:created xsi:type="dcterms:W3CDTF">2006-12-21T02:27:07Z</dcterms:created>
  <dcterms:modified xsi:type="dcterms:W3CDTF">2026-03-05T09:25:41Z</dcterms:modified>
</cp:coreProperties>
</file>