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3"/>
  </p:notesMasterIdLst>
  <p:handoutMasterIdLst>
    <p:handoutMasterId r:id="rId14"/>
  </p:handoutMasterIdLst>
  <p:sldIdLst>
    <p:sldId id="576" r:id="rId9"/>
    <p:sldId id="578" r:id="rId10"/>
    <p:sldId id="577" r:id="rId11"/>
    <p:sldId id="579" r:id="rId12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commentAuthors" Target="commentAuthors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76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11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402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설비수리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및 구매의 건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917" y="905312"/>
            <a:ext cx="1434348" cy="1938197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920" y="2852936"/>
            <a:ext cx="1434346" cy="166561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9490" y="4547559"/>
            <a:ext cx="1434348" cy="969674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9490" y="5508773"/>
            <a:ext cx="1434348" cy="98268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212" y="690162"/>
            <a:ext cx="9135405" cy="587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설비수리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및 구매의 건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0" y="908720"/>
            <a:ext cx="9133328" cy="380260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689297" y="908721"/>
            <a:ext cx="1454703" cy="1656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00392" y="908720"/>
            <a:ext cx="104360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>
                <a:latin typeface="+mn-ea"/>
                <a:ea typeface="+mn-ea"/>
              </a:rPr>
              <a:t>Led </a:t>
            </a:r>
            <a:r>
              <a:rPr lang="ko-KR" altLang="en-US" sz="1000" dirty="0" err="1" smtClean="0">
                <a:latin typeface="+mn-ea"/>
                <a:ea typeface="+mn-ea"/>
              </a:rPr>
              <a:t>슬림엣지</a:t>
            </a:r>
            <a:endParaRPr lang="ko-KR" altLang="en-US" sz="1000" dirty="0">
              <a:latin typeface="+mn-ea"/>
              <a:ea typeface="+mn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9298" y="3573017"/>
            <a:ext cx="1454702" cy="94992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9869" y="2564905"/>
            <a:ext cx="1464131" cy="100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88753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3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23528" y="836712"/>
            <a:ext cx="28312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▶ 첨부</a:t>
            </a:r>
            <a:r>
              <a:rPr lang="en-US" altLang="ko-KR" sz="1600" b="1" dirty="0">
                <a:solidFill>
                  <a:srgbClr val="000000"/>
                </a:solidFill>
                <a:latin typeface="+mj-ea"/>
                <a:ea typeface="+mj-ea"/>
              </a:rPr>
              <a:t>1. </a:t>
            </a:r>
            <a:r>
              <a:rPr lang="ko-KR" altLang="en-US" sz="1600" b="1" dirty="0" err="1" smtClean="0">
                <a:solidFill>
                  <a:srgbClr val="000000"/>
                </a:solidFill>
                <a:latin typeface="+mj-ea"/>
                <a:ea typeface="+mj-ea"/>
              </a:rPr>
              <a:t>생산비품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 구매내역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152577"/>
            <a:ext cx="4392488" cy="220441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</p:pic>
      <p:sp>
        <p:nvSpPr>
          <p:cNvPr id="10" name="직사각형 9"/>
          <p:cNvSpPr/>
          <p:nvPr/>
        </p:nvSpPr>
        <p:spPr>
          <a:xfrm>
            <a:off x="323528" y="3450486"/>
            <a:ext cx="35910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첨부</a:t>
            </a:r>
            <a:r>
              <a:rPr lang="en-US" altLang="ko-KR" sz="1600" b="1" dirty="0" smtClean="0">
                <a:solidFill>
                  <a:srgbClr val="000000"/>
                </a:solidFill>
                <a:latin typeface="+mj-ea"/>
                <a:ea typeface="+mj-ea"/>
              </a:rPr>
              <a:t>2. 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보전 소모성 자재 구매내역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72" y="3789040"/>
            <a:ext cx="6472608" cy="277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348048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4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23528" y="836712"/>
            <a:ext cx="29033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첨부</a:t>
            </a:r>
            <a:r>
              <a:rPr lang="en-US" altLang="ko-KR" sz="1600" b="1" dirty="0" smtClean="0">
                <a:solidFill>
                  <a:srgbClr val="000000"/>
                </a:solidFill>
                <a:latin typeface="+mj-ea"/>
                <a:ea typeface="+mj-ea"/>
              </a:rPr>
              <a:t>3. </a:t>
            </a:r>
            <a:r>
              <a:rPr lang="ko-KR" altLang="en-US" sz="1600" b="1" dirty="0" smtClean="0">
                <a:solidFill>
                  <a:srgbClr val="000000"/>
                </a:solidFill>
                <a:latin typeface="+mj-ea"/>
                <a:ea typeface="+mj-ea"/>
              </a:rPr>
              <a:t>전기자재 구매내역</a:t>
            </a:r>
            <a:r>
              <a:rPr lang="ko-KR" altLang="en-US" sz="1600" dirty="0" smtClean="0">
                <a:latin typeface="+mj-ea"/>
                <a:ea typeface="+mj-ea"/>
              </a:rPr>
              <a:t> 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175266"/>
            <a:ext cx="6653711" cy="544625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8131993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36198</TotalTime>
  <Words>58</Words>
  <Application>Microsoft Office PowerPoint</Application>
  <PresentationFormat>화면 슬라이드 쇼(4:3)</PresentationFormat>
  <Paragraphs>14</Paragraphs>
  <Slides>4</Slides>
  <Notes>4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4</vt:i4>
      </vt:variant>
      <vt:variant>
        <vt:lpstr>재구성한 쇼</vt:lpstr>
      </vt:variant>
      <vt:variant>
        <vt:i4>1</vt:i4>
      </vt:variant>
    </vt:vector>
  </HeadingPairs>
  <TitlesOfParts>
    <vt:vector size="18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1675</cp:revision>
  <cp:lastPrinted>2026-03-03T23:42:12Z</cp:lastPrinted>
  <dcterms:created xsi:type="dcterms:W3CDTF">2006-12-21T02:27:07Z</dcterms:created>
  <dcterms:modified xsi:type="dcterms:W3CDTF">2026-03-24T02:05:23Z</dcterms:modified>
</cp:coreProperties>
</file>