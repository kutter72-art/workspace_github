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6" r:id="rId9"/>
    <p:sldId id="577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3" autoAdjust="0"/>
    <p:restoredTop sz="94329" autoAdjust="0"/>
  </p:normalViewPr>
  <p:slideViewPr>
    <p:cSldViewPr>
      <p:cViewPr varScale="1">
        <p:scale>
          <a:sx n="108" d="100"/>
          <a:sy n="108" d="100"/>
        </p:scale>
        <p:origin x="181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331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311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3" y="251770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설비수리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및 구매의 건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보고일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3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18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620689"/>
            <a:ext cx="7776863" cy="599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6577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23528" y="836712"/>
            <a:ext cx="318067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+mj-ea"/>
                <a:ea typeface="+mj-ea"/>
              </a:rPr>
              <a:t>▶ 첨부</a:t>
            </a:r>
            <a:r>
              <a:rPr lang="en-US" altLang="ko-KR" sz="1600" b="1" dirty="0">
                <a:solidFill>
                  <a:srgbClr val="000000"/>
                </a:solidFill>
                <a:latin typeface="+mj-ea"/>
                <a:ea typeface="+mj-ea"/>
              </a:rPr>
              <a:t>1. </a:t>
            </a:r>
            <a:r>
              <a:rPr lang="ko-KR" altLang="en-US" sz="1600" b="1" dirty="0">
                <a:solidFill>
                  <a:srgbClr val="000000"/>
                </a:solidFill>
                <a:latin typeface="+mj-ea"/>
                <a:ea typeface="+mj-ea"/>
              </a:rPr>
              <a:t>저울 유형별 보유현황</a:t>
            </a:r>
            <a:r>
              <a:rPr lang="ko-KR" altLang="en-US" sz="1600" dirty="0">
                <a:latin typeface="+mj-ea"/>
                <a:ea typeface="+mj-ea"/>
              </a:rPr>
              <a:t> </a:t>
            </a:r>
          </a:p>
        </p:txBody>
      </p:sp>
      <p:pic>
        <p:nvPicPr>
          <p:cNvPr id="6" name="그림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229920"/>
            <a:ext cx="6553095" cy="117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3212976"/>
            <a:ext cx="7541680" cy="3096344"/>
          </a:xfrm>
          <a:prstGeom prst="rect">
            <a:avLst/>
          </a:prstGeom>
          <a:ln>
            <a:solidFill>
              <a:sysClr val="windowText" lastClr="000000"/>
            </a:solidFill>
          </a:ln>
        </p:spPr>
      </p:pic>
      <p:sp>
        <p:nvSpPr>
          <p:cNvPr id="8" name="직사각형 7"/>
          <p:cNvSpPr/>
          <p:nvPr/>
        </p:nvSpPr>
        <p:spPr>
          <a:xfrm>
            <a:off x="323528" y="2852936"/>
            <a:ext cx="288893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+mj-ea"/>
                <a:ea typeface="+mj-ea"/>
              </a:rPr>
              <a:t>▶ </a:t>
            </a:r>
            <a:r>
              <a:rPr lang="en-US" altLang="ko-KR" sz="1600" b="1" dirty="0" smtClean="0">
                <a:solidFill>
                  <a:srgbClr val="000000"/>
                </a:solidFill>
                <a:latin typeface="+mj-ea"/>
                <a:ea typeface="+mj-ea"/>
              </a:rPr>
              <a:t>4. 3</a:t>
            </a:r>
            <a:r>
              <a:rPr lang="ko-KR" altLang="en-US" sz="1600" b="1" dirty="0" smtClean="0">
                <a:solidFill>
                  <a:srgbClr val="000000"/>
                </a:solidFill>
                <a:latin typeface="+mj-ea"/>
                <a:ea typeface="+mj-ea"/>
              </a:rPr>
              <a:t>월 현장 </a:t>
            </a:r>
            <a:r>
              <a:rPr lang="ko-KR" altLang="en-US" sz="1600" b="1" dirty="0" err="1" smtClean="0">
                <a:solidFill>
                  <a:srgbClr val="000000"/>
                </a:solidFill>
                <a:latin typeface="+mj-ea"/>
                <a:ea typeface="+mj-ea"/>
              </a:rPr>
              <a:t>모터수리</a:t>
            </a:r>
            <a:r>
              <a:rPr lang="ko-KR" altLang="en-US" sz="1600" b="1" dirty="0" smtClean="0">
                <a:solidFill>
                  <a:srgbClr val="000000"/>
                </a:solidFill>
                <a:latin typeface="+mj-ea"/>
                <a:ea typeface="+mj-ea"/>
              </a:rPr>
              <a:t> 내역</a:t>
            </a:r>
            <a:endParaRPr lang="ko-KR" altLang="en-US" sz="16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41348048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35699</TotalTime>
  <Words>32</Words>
  <Application>Microsoft Office PowerPoint</Application>
  <PresentationFormat>화면 슬라이드 쇼(4:3)</PresentationFormat>
  <Paragraphs>7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1669</cp:revision>
  <cp:lastPrinted>2026-03-03T23:42:12Z</cp:lastPrinted>
  <dcterms:created xsi:type="dcterms:W3CDTF">2006-12-21T02:27:07Z</dcterms:created>
  <dcterms:modified xsi:type="dcterms:W3CDTF">2026-03-18T21:41:11Z</dcterms:modified>
</cp:coreProperties>
</file>