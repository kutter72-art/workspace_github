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5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99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9" y="764699"/>
            <a:ext cx="9108000" cy="174445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95536" y="188640"/>
            <a:ext cx="3528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+mn-ea"/>
                <a:ea typeface="+mn-ea"/>
              </a:rPr>
              <a:t>[ ’26</a:t>
            </a:r>
            <a:r>
              <a:rPr lang="ko-KR" altLang="en-US" sz="1400" b="1" dirty="0" smtClean="0">
                <a:latin typeface="+mn-ea"/>
                <a:ea typeface="+mn-ea"/>
              </a:rPr>
              <a:t>년 </a:t>
            </a:r>
            <a:r>
              <a:rPr lang="en-US" altLang="ko-KR" sz="1400" b="1" dirty="0" smtClean="0">
                <a:latin typeface="+mn-ea"/>
                <a:ea typeface="+mn-ea"/>
              </a:rPr>
              <a:t>3</a:t>
            </a:r>
            <a:r>
              <a:rPr lang="ko-KR" altLang="en-US" sz="1400" b="1" dirty="0" smtClean="0">
                <a:latin typeface="+mn-ea"/>
                <a:ea typeface="+mn-ea"/>
              </a:rPr>
              <a:t>월 전력사용량 보고 </a:t>
            </a:r>
            <a:r>
              <a:rPr lang="en-US" altLang="ko-KR" sz="1400" b="1" dirty="0" smtClean="0">
                <a:latin typeface="+mn-ea"/>
                <a:ea typeface="+mn-ea"/>
              </a:rPr>
              <a:t>] - 4</a:t>
            </a:r>
            <a:r>
              <a:rPr lang="ko-KR" altLang="en-US" sz="1400" b="1" dirty="0" smtClean="0">
                <a:latin typeface="+mn-ea"/>
                <a:ea typeface="+mn-ea"/>
              </a:rPr>
              <a:t>월 </a:t>
            </a:r>
            <a:r>
              <a:rPr lang="en-US" altLang="ko-KR" sz="1400" b="1" dirty="0" smtClean="0">
                <a:latin typeface="+mn-ea"/>
                <a:ea typeface="+mn-ea"/>
              </a:rPr>
              <a:t>7</a:t>
            </a:r>
            <a:r>
              <a:rPr lang="ko-KR" altLang="en-US" sz="1400" b="1" dirty="0" smtClean="0">
                <a:latin typeface="+mn-ea"/>
                <a:ea typeface="+mn-ea"/>
              </a:rPr>
              <a:t>일</a:t>
            </a:r>
            <a:endParaRPr lang="ko-KR" altLang="en-US" sz="1400" b="1" dirty="0">
              <a:latin typeface="+mn-ea"/>
              <a:ea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95536" y="2654875"/>
            <a:ext cx="6378782" cy="3657310"/>
            <a:chOff x="395536" y="2654875"/>
            <a:chExt cx="6378782" cy="3657310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60000">
              <a:off x="597675" y="2828473"/>
              <a:ext cx="6176643" cy="3483712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95536" y="2654875"/>
              <a:ext cx="42484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▶ </a:t>
              </a:r>
              <a:r>
                <a:rPr lang="ko-KR" altLang="en-US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첨부</a:t>
              </a:r>
              <a:r>
                <a:rPr lang="en-US" altLang="ko-KR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1. </a:t>
              </a:r>
              <a:r>
                <a:rPr lang="ko-KR" altLang="en-US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한국전력 전기공급 개정내용</a:t>
              </a:r>
              <a:r>
                <a:rPr lang="en-US" altLang="ko-KR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(</a:t>
              </a:r>
              <a:r>
                <a:rPr lang="ko-KR" altLang="en-US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출처 </a:t>
              </a:r>
              <a:r>
                <a:rPr lang="en-US" altLang="ko-KR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: </a:t>
              </a:r>
              <a:r>
                <a:rPr lang="ko-KR" altLang="en-US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한국전력공사</a:t>
              </a:r>
              <a:r>
                <a:rPr lang="en-US" altLang="ko-KR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)</a:t>
              </a:r>
              <a:endParaRPr lang="ko-KR" altLang="en-US" sz="1200" b="1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36570</TotalTime>
  <Words>27</Words>
  <Application>Microsoft Office PowerPoint</Application>
  <PresentationFormat>화면 슬라이드 쇼(4:3)</PresentationFormat>
  <Paragraphs>4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1672</cp:revision>
  <cp:lastPrinted>2026-03-05T07:40:04Z</cp:lastPrinted>
  <dcterms:created xsi:type="dcterms:W3CDTF">2006-12-21T02:27:07Z</dcterms:created>
  <dcterms:modified xsi:type="dcterms:W3CDTF">2026-04-07T06:17:00Z</dcterms:modified>
</cp:coreProperties>
</file>