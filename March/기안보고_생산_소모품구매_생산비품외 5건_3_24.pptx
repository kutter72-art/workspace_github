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5"/>
  </p:notesMasterIdLst>
  <p:handoutMasterIdLst>
    <p:handoutMasterId r:id="rId16"/>
  </p:handoutMasterIdLst>
  <p:sldIdLst>
    <p:sldId id="576" r:id="rId9"/>
    <p:sldId id="577" r:id="rId10"/>
    <p:sldId id="578" r:id="rId11"/>
    <p:sldId id="580" r:id="rId12"/>
    <p:sldId id="581" r:id="rId13"/>
    <p:sldId id="579" r:id="rId14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4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13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499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480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774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 수선비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7" y="677126"/>
            <a:ext cx="9057940" cy="576632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618" y="2811083"/>
            <a:ext cx="1475869" cy="191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 수선비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2" y="697278"/>
            <a:ext cx="9049592" cy="579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6888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836712"/>
            <a:ext cx="37994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첨부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600" b="1" dirty="0" err="1" smtClean="0">
                <a:solidFill>
                  <a:srgbClr val="000000"/>
                </a:solidFill>
                <a:latin typeface="+mj-ea"/>
                <a:ea typeface="+mj-ea"/>
              </a:rPr>
              <a:t>생산비품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 구매내역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 err="1" smtClean="0">
                <a:solidFill>
                  <a:srgbClr val="000000"/>
                </a:solidFill>
                <a:latin typeface="+mj-ea"/>
                <a:ea typeface="+mj-ea"/>
              </a:rPr>
              <a:t>신평철물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52577"/>
            <a:ext cx="4392488" cy="220441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323528" y="3450486"/>
            <a:ext cx="29033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2.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생산 사무용품 구매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27" y="3789040"/>
            <a:ext cx="8405588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0673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4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836712"/>
            <a:ext cx="52068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3.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보전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기계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설비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소모성 자재 구매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 err="1" smtClean="0">
                <a:solidFill>
                  <a:srgbClr val="000000"/>
                </a:solidFill>
                <a:latin typeface="+mj-ea"/>
                <a:ea typeface="+mj-ea"/>
              </a:rPr>
              <a:t>신평철물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75266"/>
            <a:ext cx="8336957" cy="354987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712089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5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836712"/>
            <a:ext cx="56172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4.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보전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기계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설비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소모성 자재 구매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화성종합상사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1170270"/>
            <a:ext cx="6984776" cy="538255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584491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6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836712"/>
            <a:ext cx="29033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5.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전기자재 구매내역</a:t>
            </a:r>
            <a:r>
              <a:rPr lang="ko-KR" altLang="en-US" sz="1600" dirty="0" smtClean="0">
                <a:latin typeface="+mj-ea"/>
                <a:ea typeface="+mj-ea"/>
              </a:rPr>
              <a:t> 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75266"/>
            <a:ext cx="6653711" cy="544625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9332391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36270</TotalTime>
  <Words>90</Words>
  <Application>Microsoft Office PowerPoint</Application>
  <PresentationFormat>화면 슬라이드 쇼(4:3)</PresentationFormat>
  <Paragraphs>19</Paragraphs>
  <Slides>6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6</vt:i4>
      </vt:variant>
      <vt:variant>
        <vt:lpstr>재구성한 쇼</vt:lpstr>
      </vt:variant>
      <vt:variant>
        <vt:i4>1</vt:i4>
      </vt:variant>
    </vt:vector>
  </HeadingPairs>
  <TitlesOfParts>
    <vt:vector size="20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1687</cp:revision>
  <cp:lastPrinted>2026-03-03T23:42:12Z</cp:lastPrinted>
  <dcterms:created xsi:type="dcterms:W3CDTF">2006-12-21T02:27:07Z</dcterms:created>
  <dcterms:modified xsi:type="dcterms:W3CDTF">2026-03-24T03:32:43Z</dcterms:modified>
</cp:coreProperties>
</file>