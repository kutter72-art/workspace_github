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3"/>
  </p:notesMasterIdLst>
  <p:handoutMasterIdLst>
    <p:handoutMasterId r:id="rId14"/>
  </p:handoutMasterIdLst>
  <p:sldIdLst>
    <p:sldId id="575" r:id="rId9"/>
    <p:sldId id="578" r:id="rId10"/>
    <p:sldId id="576" r:id="rId11"/>
    <p:sldId id="577" r:id="rId12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87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8" y="854468"/>
            <a:ext cx="8964035" cy="379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23528" y="837696"/>
            <a:ext cx="6724362" cy="1170153"/>
            <a:chOff x="323528" y="908720"/>
            <a:chExt cx="6724362" cy="1170153"/>
          </a:xfrm>
        </p:grpSpPr>
        <p:sp>
          <p:nvSpPr>
            <p:cNvPr id="6" name="TextBox 5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폐기물 처리비 내역</a:t>
              </a:r>
              <a:endParaRPr lang="ko-KR" altLang="en-US" sz="1200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67170" y="1224793"/>
              <a:ext cx="6480720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dirty="0" smtClean="0">
                  <a:latin typeface="+mn-ea"/>
                  <a:ea typeface="+mn-ea"/>
                </a:rPr>
                <a:t>2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ko-KR" altLang="en-US" sz="1100" dirty="0">
                  <a:latin typeface="+mn-ea"/>
                  <a:ea typeface="+mn-ea"/>
                </a:rPr>
                <a:t>폐기물 처리비용 </a:t>
              </a:r>
              <a:r>
                <a:rPr lang="en-US" altLang="ko-KR" sz="1100" dirty="0">
                  <a:latin typeface="+mn-ea"/>
                  <a:ea typeface="+mn-ea"/>
                </a:rPr>
                <a:t>: </a:t>
              </a:r>
              <a:r>
                <a:rPr lang="ko-KR" altLang="en-US" sz="1100" dirty="0">
                  <a:latin typeface="+mn-ea"/>
                  <a:ea typeface="+mn-ea"/>
                </a:rPr>
                <a:t>총 </a:t>
              </a:r>
              <a:r>
                <a:rPr lang="en-US" altLang="ko-KR" sz="1100" dirty="0" smtClean="0">
                  <a:latin typeface="+mn-ea"/>
                  <a:ea typeface="+mn-ea"/>
                </a:rPr>
                <a:t>11,103,400</a:t>
              </a:r>
              <a:r>
                <a:rPr lang="ko-KR" altLang="en-US" sz="1100" dirty="0">
                  <a:latin typeface="+mn-ea"/>
                  <a:ea typeface="+mn-ea"/>
                </a:rPr>
                <a:t>원 </a:t>
              </a:r>
              <a:r>
                <a:rPr lang="en-US" altLang="ko-KR" sz="1100" dirty="0">
                  <a:latin typeface="+mn-ea"/>
                  <a:ea typeface="+mn-ea"/>
                </a:rPr>
                <a:t>(</a:t>
              </a:r>
              <a:r>
                <a:rPr lang="en-US" altLang="ko-KR" sz="1100" dirty="0" smtClean="0">
                  <a:latin typeface="+mn-ea"/>
                  <a:ea typeface="+mn-ea"/>
                </a:rPr>
                <a:t>1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ko-KR" altLang="en-US" sz="1100" dirty="0">
                  <a:latin typeface="+mn-ea"/>
                  <a:ea typeface="+mn-ea"/>
                </a:rPr>
                <a:t>대비 </a:t>
              </a:r>
              <a:r>
                <a:rPr lang="en-US" altLang="ko-KR" sz="1100" dirty="0" smtClean="0">
                  <a:latin typeface="+mn-ea"/>
                  <a:ea typeface="+mn-ea"/>
                </a:rPr>
                <a:t>3,674,600</a:t>
              </a:r>
              <a:r>
                <a:rPr lang="ko-KR" altLang="en-US" sz="1100" dirty="0">
                  <a:latin typeface="+mn-ea"/>
                  <a:ea typeface="+mn-ea"/>
                </a:rPr>
                <a:t>원 </a:t>
              </a:r>
              <a:r>
                <a:rPr lang="ko-KR" altLang="en-US" sz="1100" dirty="0" smtClean="0">
                  <a:latin typeface="+mn-ea"/>
                  <a:ea typeface="+mn-ea"/>
                </a:rPr>
                <a:t>감소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err="1" smtClean="0">
                  <a:latin typeface="+mn-ea"/>
                  <a:ea typeface="+mn-ea"/>
                </a:rPr>
                <a:t>감소사유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: </a:t>
              </a:r>
              <a:r>
                <a:rPr lang="ko-KR" altLang="en-US" sz="1100" dirty="0" smtClean="0">
                  <a:latin typeface="+mn-ea"/>
                  <a:ea typeface="+mn-ea"/>
                </a:rPr>
                <a:t>근무일수 감소로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생산시</a:t>
              </a:r>
              <a:r>
                <a:rPr lang="ko-KR" altLang="en-US" sz="1100" dirty="0" smtClean="0">
                  <a:latin typeface="+mn-ea"/>
                  <a:ea typeface="+mn-ea"/>
                </a:rPr>
                <a:t> 발생하는 폐기물 감소</a:t>
              </a:r>
              <a:r>
                <a:rPr lang="en-US" altLang="ko-KR" sz="1100" dirty="0" smtClean="0">
                  <a:latin typeface="+mn-ea"/>
                  <a:ea typeface="+mn-ea"/>
                </a:rPr>
                <a:t>(24</a:t>
              </a:r>
              <a:r>
                <a:rPr lang="ko-KR" altLang="en-US" sz="1100" dirty="0" smtClean="0">
                  <a:latin typeface="+mn-ea"/>
                  <a:ea typeface="+mn-ea"/>
                </a:rPr>
                <a:t>일 </a:t>
              </a:r>
              <a:r>
                <a:rPr lang="en-US" altLang="ko-KR" sz="1100" dirty="0" smtClean="0">
                  <a:latin typeface="+mn-ea"/>
                  <a:ea typeface="+mn-ea"/>
                </a:rPr>
                <a:t>-&gt; 21</a:t>
              </a:r>
              <a:r>
                <a:rPr lang="ko-KR" altLang="en-US" sz="1100" dirty="0" smtClean="0">
                  <a:latin typeface="+mn-ea"/>
                  <a:ea typeface="+mn-ea"/>
                </a:rPr>
                <a:t>일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명품 </a:t>
              </a:r>
              <a:r>
                <a:rPr lang="ko-KR" altLang="en-US" sz="1100" dirty="0">
                  <a:latin typeface="+mn-ea"/>
                  <a:ea typeface="+mn-ea"/>
                </a:rPr>
                <a:t>마대 매각금액 </a:t>
              </a:r>
              <a:r>
                <a:rPr lang="en-US" altLang="ko-KR" sz="1100" dirty="0">
                  <a:latin typeface="+mn-ea"/>
                  <a:ea typeface="+mn-ea"/>
                </a:rPr>
                <a:t>: </a:t>
              </a:r>
              <a:r>
                <a:rPr lang="en-US" altLang="ko-KR" sz="1100" dirty="0" smtClean="0">
                  <a:latin typeface="+mn-ea"/>
                  <a:ea typeface="+mn-ea"/>
                </a:rPr>
                <a:t>13,900,000</a:t>
              </a:r>
              <a:r>
                <a:rPr lang="ko-KR" altLang="en-US" sz="1100" dirty="0">
                  <a:latin typeface="+mn-ea"/>
                  <a:ea typeface="+mn-ea"/>
                </a:rPr>
                <a:t>원 </a:t>
              </a:r>
              <a:r>
                <a:rPr lang="en-US" altLang="ko-KR" sz="1100" dirty="0">
                  <a:latin typeface="+mn-ea"/>
                  <a:ea typeface="+mn-ea"/>
                </a:rPr>
                <a:t>(</a:t>
              </a:r>
              <a:r>
                <a:rPr lang="en-US" altLang="ko-KR" sz="1100" dirty="0" smtClean="0">
                  <a:latin typeface="+mn-ea"/>
                  <a:ea typeface="+mn-ea"/>
                </a:rPr>
                <a:t>1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ko-KR" altLang="en-US" sz="1100" dirty="0">
                  <a:latin typeface="+mn-ea"/>
                  <a:ea typeface="+mn-ea"/>
                </a:rPr>
                <a:t>대비 </a:t>
              </a:r>
              <a:r>
                <a:rPr lang="en-US" altLang="ko-KR" sz="1100" dirty="0" smtClean="0">
                  <a:latin typeface="+mn-ea"/>
                  <a:ea typeface="+mn-ea"/>
                </a:rPr>
                <a:t>2,030,000</a:t>
              </a:r>
              <a:r>
                <a:rPr lang="ko-KR" altLang="en-US" sz="1100" dirty="0" smtClean="0">
                  <a:latin typeface="+mn-ea"/>
                  <a:ea typeface="+mn-ea"/>
                </a:rPr>
                <a:t>원 감소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007849"/>
            <a:ext cx="6192688" cy="44514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293218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22" y="2036338"/>
            <a:ext cx="7443763" cy="17536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23528" y="837696"/>
            <a:ext cx="8082957" cy="2735320"/>
            <a:chOff x="323528" y="908720"/>
            <a:chExt cx="8082957" cy="2735320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설비부품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수리 및 구매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67170" y="1224793"/>
              <a:ext cx="6480720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dirty="0" smtClean="0">
                  <a:latin typeface="+mn-ea"/>
                  <a:ea typeface="+mn-ea"/>
                </a:rPr>
                <a:t>#7</a:t>
              </a:r>
              <a:r>
                <a:rPr lang="ko-KR" altLang="en-US" sz="1100" dirty="0" smtClean="0">
                  <a:latin typeface="+mn-ea"/>
                  <a:ea typeface="+mn-ea"/>
                </a:rPr>
                <a:t>호기 및 연구소 </a:t>
              </a:r>
              <a:r>
                <a:rPr lang="en-US" altLang="ko-KR" sz="1100" dirty="0" smtClean="0">
                  <a:latin typeface="+mn-ea"/>
                  <a:ea typeface="+mn-ea"/>
                </a:rPr>
                <a:t>3</a:t>
              </a:r>
              <a:r>
                <a:rPr lang="ko-KR" altLang="en-US" sz="1100" dirty="0" smtClean="0">
                  <a:latin typeface="+mn-ea"/>
                  <a:ea typeface="+mn-ea"/>
                </a:rPr>
                <a:t>호기 </a:t>
              </a:r>
              <a:r>
                <a:rPr lang="en-US" altLang="ko-KR" sz="1100" dirty="0" smtClean="0">
                  <a:latin typeface="+mn-ea"/>
                  <a:ea typeface="+mn-ea"/>
                </a:rPr>
                <a:t>ROTARY KNIFE </a:t>
              </a:r>
              <a:r>
                <a:rPr lang="ko-KR" altLang="en-US" sz="1100" dirty="0" smtClean="0">
                  <a:latin typeface="+mn-ea"/>
                  <a:ea typeface="+mn-ea"/>
                </a:rPr>
                <a:t>마모</a:t>
              </a:r>
              <a:r>
                <a:rPr lang="en-US" altLang="ko-KR" sz="1100" dirty="0" smtClean="0">
                  <a:latin typeface="+mn-ea"/>
                  <a:ea typeface="+mn-ea"/>
                </a:rPr>
                <a:t>, </a:t>
              </a:r>
              <a:r>
                <a:rPr lang="ko-KR" altLang="en-US" sz="1100" dirty="0" smtClean="0">
                  <a:latin typeface="+mn-ea"/>
                  <a:ea typeface="+mn-ea"/>
                </a:rPr>
                <a:t>파손에 의한 연마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초경</a:t>
              </a:r>
              <a:r>
                <a:rPr lang="en-US" altLang="ko-KR" sz="1100" dirty="0" smtClean="0">
                  <a:latin typeface="+mn-ea"/>
                  <a:ea typeface="+mn-ea"/>
                </a:rPr>
                <a:t>R-KF </a:t>
              </a:r>
              <a:r>
                <a:rPr lang="ko-KR" altLang="en-US" sz="1100" dirty="0" smtClean="0">
                  <a:latin typeface="+mn-ea"/>
                  <a:ea typeface="+mn-ea"/>
                </a:rPr>
                <a:t>연마 및 팁 수리 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err="1" smtClean="0">
                  <a:latin typeface="+mn-ea"/>
                  <a:ea typeface="+mn-ea"/>
                </a:rPr>
                <a:t>수리내역</a:t>
              </a:r>
              <a:r>
                <a:rPr lang="ko-KR" altLang="en-US" sz="1100" dirty="0" smtClean="0">
                  <a:latin typeface="+mn-ea"/>
                  <a:ea typeface="+mn-ea"/>
                </a:rPr>
                <a:t> 참조</a:t>
              </a:r>
              <a:endParaRPr lang="ko-KR" altLang="en-US" sz="1100" dirty="0">
                <a:latin typeface="+mn-ea"/>
                <a:ea typeface="+mn-ea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443442" y="2078873"/>
              <a:ext cx="963043" cy="15651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395536" y="4008368"/>
            <a:ext cx="6724362" cy="1170153"/>
            <a:chOff x="323528" y="908720"/>
            <a:chExt cx="6724362" cy="1170153"/>
          </a:xfrm>
        </p:grpSpPr>
        <p:sp>
          <p:nvSpPr>
            <p:cNvPr id="12" name="TextBox 11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공장 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층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호이스트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안전장치 수리의 건</a:t>
              </a:r>
              <a:endParaRPr lang="ko-KR" altLang="en-US" sz="12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7170" y="1224793"/>
              <a:ext cx="6480720" cy="85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+mn-ea"/>
                  <a:ea typeface="+mn-ea"/>
                </a:rPr>
                <a:t>개요 </a:t>
              </a:r>
              <a:r>
                <a:rPr lang="en-US" altLang="ko-KR" sz="1100" dirty="0">
                  <a:latin typeface="+mn-ea"/>
                  <a:ea typeface="+mn-ea"/>
                </a:rPr>
                <a:t>: 3</a:t>
              </a:r>
              <a:r>
                <a:rPr lang="ko-KR" altLang="en-US" sz="1100" dirty="0">
                  <a:latin typeface="+mn-ea"/>
                  <a:ea typeface="+mn-ea"/>
                </a:rPr>
                <a:t>공장 </a:t>
              </a:r>
              <a:r>
                <a:rPr lang="en-US" altLang="ko-KR" sz="1100" dirty="0">
                  <a:latin typeface="+mn-ea"/>
                  <a:ea typeface="+mn-ea"/>
                </a:rPr>
                <a:t>2</a:t>
              </a:r>
              <a:r>
                <a:rPr lang="ko-KR" altLang="en-US" sz="1100" dirty="0">
                  <a:latin typeface="+mn-ea"/>
                  <a:ea typeface="+mn-ea"/>
                </a:rPr>
                <a:t>층 </a:t>
              </a:r>
              <a:r>
                <a:rPr lang="ko-KR" altLang="en-US" sz="1100" dirty="0" err="1">
                  <a:latin typeface="+mn-ea"/>
                  <a:ea typeface="+mn-ea"/>
                </a:rPr>
                <a:t>호이스트</a:t>
              </a:r>
              <a:r>
                <a:rPr lang="ko-KR" altLang="en-US" sz="1100" dirty="0">
                  <a:latin typeface="+mn-ea"/>
                  <a:ea typeface="+mn-ea"/>
                </a:rPr>
                <a:t> 안전장치 고장</a:t>
              </a:r>
              <a:r>
                <a:rPr lang="en-US" altLang="ko-KR" sz="1100" dirty="0">
                  <a:latin typeface="+mn-ea"/>
                  <a:ea typeface="+mn-ea"/>
                </a:rPr>
                <a:t>(2</a:t>
              </a:r>
              <a:r>
                <a:rPr lang="ko-KR" altLang="en-US" sz="1100" dirty="0">
                  <a:latin typeface="+mn-ea"/>
                  <a:ea typeface="+mn-ea"/>
                </a:rPr>
                <a:t>월 </a:t>
              </a:r>
              <a:r>
                <a:rPr lang="en-US" altLang="ko-KR" sz="1100" dirty="0">
                  <a:latin typeface="+mn-ea"/>
                  <a:ea typeface="+mn-ea"/>
                </a:rPr>
                <a:t>13</a:t>
              </a:r>
              <a:r>
                <a:rPr lang="ko-KR" altLang="en-US" sz="1100" dirty="0">
                  <a:latin typeface="+mn-ea"/>
                  <a:ea typeface="+mn-ea"/>
                </a:rPr>
                <a:t>일 금</a:t>
              </a:r>
              <a:r>
                <a:rPr lang="en-US" altLang="ko-KR" sz="1100" dirty="0">
                  <a:latin typeface="+mn-ea"/>
                  <a:ea typeface="+mn-ea"/>
                </a:rPr>
                <a:t>)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조치 </a:t>
              </a:r>
              <a:r>
                <a:rPr lang="en-US" altLang="ko-KR" sz="1100" dirty="0">
                  <a:latin typeface="+mn-ea"/>
                  <a:ea typeface="+mn-ea"/>
                </a:rPr>
                <a:t>: </a:t>
              </a:r>
              <a:r>
                <a:rPr lang="ko-KR" altLang="en-US" sz="1100" dirty="0">
                  <a:latin typeface="+mn-ea"/>
                  <a:ea typeface="+mn-ea"/>
                </a:rPr>
                <a:t>연휴 前 문제발생하여 </a:t>
              </a:r>
              <a:r>
                <a:rPr lang="ko-KR" altLang="en-US" sz="1100" dirty="0" smtClean="0">
                  <a:latin typeface="+mn-ea"/>
                  <a:ea typeface="+mn-ea"/>
                </a:rPr>
                <a:t>업체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즉각수리</a:t>
              </a:r>
              <a:r>
                <a:rPr lang="ko-KR" altLang="en-US" sz="1100" dirty="0" smtClean="0">
                  <a:latin typeface="+mn-ea"/>
                  <a:ea typeface="+mn-ea"/>
                </a:rPr>
                <a:t> 불가하여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임시조치로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>
                  <a:latin typeface="+mn-ea"/>
                  <a:ea typeface="+mn-ea"/>
                </a:rPr>
                <a:t>안전장치 해제 후 사용함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err="1" smtClean="0">
                  <a:latin typeface="+mn-ea"/>
                  <a:ea typeface="+mn-ea"/>
                </a:rPr>
                <a:t>수리완료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>
                  <a:latin typeface="+mn-ea"/>
                  <a:ea typeface="+mn-ea"/>
                </a:rPr>
                <a:t>: 2</a:t>
              </a:r>
              <a:r>
                <a:rPr lang="ko-KR" altLang="en-US" sz="1100" dirty="0">
                  <a:latin typeface="+mn-ea"/>
                  <a:ea typeface="+mn-ea"/>
                </a:rPr>
                <a:t>월 </a:t>
              </a:r>
              <a:r>
                <a:rPr lang="en-US" altLang="ko-KR" sz="1100" dirty="0">
                  <a:latin typeface="+mn-ea"/>
                  <a:ea typeface="+mn-ea"/>
                </a:rPr>
                <a:t>20</a:t>
              </a:r>
              <a:r>
                <a:rPr lang="ko-KR" altLang="en-US" sz="1100" dirty="0">
                  <a:latin typeface="+mn-ea"/>
                  <a:ea typeface="+mn-ea"/>
                </a:rPr>
                <a:t>일</a:t>
              </a:r>
              <a:r>
                <a:rPr lang="en-US" altLang="ko-KR" sz="1100" dirty="0" smtClean="0">
                  <a:latin typeface="+mn-ea"/>
                  <a:ea typeface="+mn-ea"/>
                </a:rPr>
                <a:t>(</a:t>
              </a:r>
              <a:r>
                <a:rPr lang="ko-KR" altLang="en-US" sz="1100" dirty="0" smtClean="0">
                  <a:latin typeface="+mn-ea"/>
                  <a:ea typeface="+mn-ea"/>
                </a:rPr>
                <a:t>안전장치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교체완료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  <a:endParaRPr lang="ko-KR" altLang="en-US" sz="1100" dirty="0">
                <a:latin typeface="+mn-ea"/>
                <a:ea typeface="+mn-ea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530" y="5002982"/>
            <a:ext cx="1506802" cy="142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4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23528" y="837696"/>
            <a:ext cx="6724362" cy="5232804"/>
            <a:chOff x="323528" y="908720"/>
            <a:chExt cx="6724362" cy="5232804"/>
          </a:xfrm>
        </p:grpSpPr>
        <p:sp>
          <p:nvSpPr>
            <p:cNvPr id="9" name="TextBox 8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생산팀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비품구매의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건</a:t>
              </a:r>
              <a:endParaRPr lang="ko-KR" altLang="en-US" sz="12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7170" y="1224793"/>
              <a:ext cx="6480720" cy="4916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비품</a:t>
              </a:r>
              <a:r>
                <a:rPr lang="en-US" altLang="ko-KR" sz="1100" dirty="0" smtClean="0">
                  <a:latin typeface="+mn-ea"/>
                  <a:ea typeface="+mn-ea"/>
                </a:rPr>
                <a:t>(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보루외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12</a:t>
              </a:r>
              <a:r>
                <a:rPr lang="ko-KR" altLang="en-US" sz="1100" dirty="0" smtClean="0">
                  <a:latin typeface="+mn-ea"/>
                  <a:ea typeface="+mn-ea"/>
                </a:rPr>
                <a:t>건</a:t>
              </a:r>
              <a:r>
                <a:rPr lang="en-US" altLang="ko-KR" sz="1100" dirty="0" smtClean="0">
                  <a:latin typeface="+mn-ea"/>
                  <a:ea typeface="+mn-ea"/>
                </a:rPr>
                <a:t>) </a:t>
              </a:r>
              <a:r>
                <a:rPr lang="ko-KR" altLang="en-US" sz="1100" dirty="0" smtClean="0">
                  <a:latin typeface="+mn-ea"/>
                  <a:ea typeface="+mn-ea"/>
                </a:rPr>
                <a:t>구매 </a:t>
              </a:r>
              <a:r>
                <a:rPr lang="en-US" altLang="ko-KR" sz="1100" dirty="0" smtClean="0">
                  <a:latin typeface="+mn-ea"/>
                  <a:ea typeface="+mn-ea"/>
                </a:rPr>
                <a:t>: 3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사용분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smtClean="0">
                  <a:latin typeface="+mn-ea"/>
                  <a:ea typeface="+mn-ea"/>
                </a:rPr>
                <a:t>구매내역 참조</a:t>
              </a: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>
                <a:latin typeface="+mn-ea"/>
                <a:ea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1100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ko-KR" sz="1100" dirty="0" smtClean="0">
                  <a:latin typeface="+mn-ea"/>
                  <a:ea typeface="+mn-ea"/>
                </a:rPr>
                <a:t>※</a:t>
              </a:r>
              <a:r>
                <a:rPr lang="en-US" altLang="ko-KR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하우스비닐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: </a:t>
              </a:r>
              <a:r>
                <a:rPr lang="ko-KR" altLang="en-US" sz="1100" dirty="0" smtClean="0">
                  <a:latin typeface="+mn-ea"/>
                  <a:ea typeface="+mn-ea"/>
                </a:rPr>
                <a:t>제품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야외적재</a:t>
              </a:r>
              <a:r>
                <a:rPr lang="ko-KR" altLang="en-US" sz="1100" dirty="0" smtClean="0">
                  <a:latin typeface="+mn-ea"/>
                  <a:ea typeface="+mn-ea"/>
                </a:rPr>
                <a:t> 시 사용 검은색 비닐 </a:t>
              </a:r>
              <a:r>
                <a:rPr lang="en-US" altLang="ko-KR" sz="1100" dirty="0" smtClean="0">
                  <a:latin typeface="+mn-ea"/>
                  <a:ea typeface="+mn-ea"/>
                </a:rPr>
                <a:t>–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출하팀에서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‘25</a:t>
              </a:r>
              <a:r>
                <a:rPr lang="ko-KR" altLang="en-US" sz="1100" dirty="0" smtClean="0">
                  <a:latin typeface="+mn-ea"/>
                  <a:ea typeface="+mn-ea"/>
                </a:rPr>
                <a:t>년말 빌림</a:t>
              </a:r>
              <a:r>
                <a:rPr lang="en-US" altLang="ko-KR" sz="1100" dirty="0" smtClean="0">
                  <a:latin typeface="+mn-ea"/>
                  <a:ea typeface="+mn-ea"/>
                </a:rPr>
                <a:t>(5EA)</a:t>
              </a:r>
              <a:endParaRPr lang="ko-KR" altLang="en-US" sz="1100" dirty="0">
                <a:latin typeface="+mn-ea"/>
                <a:ea typeface="+mn-ea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01885"/>
            <a:ext cx="7791985" cy="38074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35687</TotalTime>
  <Words>169</Words>
  <Application>Microsoft Office PowerPoint</Application>
  <PresentationFormat>화면 슬라이드 쇼(4:3)</PresentationFormat>
  <Paragraphs>40</Paragraphs>
  <Slides>4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4</vt:i4>
      </vt:variant>
      <vt:variant>
        <vt:lpstr>재구성한 쇼</vt:lpstr>
      </vt:variant>
      <vt:variant>
        <vt:i4>1</vt:i4>
      </vt:variant>
    </vt:vector>
  </HeadingPairs>
  <TitlesOfParts>
    <vt:vector size="18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1667</cp:revision>
  <cp:lastPrinted>2026-03-05T07:40:04Z</cp:lastPrinted>
  <dcterms:created xsi:type="dcterms:W3CDTF">2006-12-21T02:27:07Z</dcterms:created>
  <dcterms:modified xsi:type="dcterms:W3CDTF">2026-03-05T09:42:16Z</dcterms:modified>
</cp:coreProperties>
</file>