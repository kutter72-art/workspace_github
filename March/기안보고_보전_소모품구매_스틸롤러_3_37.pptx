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6" r:id="rId9"/>
    <p:sldId id="577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설비부품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구매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323528" y="3056125"/>
            <a:ext cx="16097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r>
              <a:rPr lang="ko-KR" altLang="en-US" sz="1200" dirty="0" smtClean="0">
                <a:latin typeface="+mj-ea"/>
                <a:ea typeface="+mj-ea"/>
              </a:rPr>
              <a:t> 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340108"/>
              </p:ext>
            </p:extLst>
          </p:nvPr>
        </p:nvGraphicFramePr>
        <p:xfrm>
          <a:off x="611560" y="3384402"/>
          <a:ext cx="8064900" cy="1968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3211004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6960484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25131642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1792736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878711548"/>
                    </a:ext>
                  </a:extLst>
                </a:gridCol>
                <a:gridCol w="912104">
                  <a:extLst>
                    <a:ext uri="{9D8B030D-6E8A-4147-A177-3AD203B41FA5}">
                      <a16:colId xmlns:a16="http://schemas.microsoft.com/office/drawing/2014/main" val="61079931"/>
                    </a:ext>
                  </a:extLst>
                </a:gridCol>
                <a:gridCol w="1104120">
                  <a:extLst>
                    <a:ext uri="{9D8B030D-6E8A-4147-A177-3AD203B41FA5}">
                      <a16:colId xmlns:a16="http://schemas.microsoft.com/office/drawing/2014/main" val="360303827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794051966"/>
                    </a:ext>
                  </a:extLst>
                </a:gridCol>
                <a:gridCol w="720084">
                  <a:extLst>
                    <a:ext uri="{9D8B030D-6E8A-4147-A177-3AD203B41FA5}">
                      <a16:colId xmlns:a16="http://schemas.microsoft.com/office/drawing/2014/main" val="2538210312"/>
                    </a:ext>
                  </a:extLst>
                </a:gridCol>
              </a:tblGrid>
              <a:tr h="281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제품명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규격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품번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발주수량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단가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금액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사용처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필요재고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현재고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13339"/>
                  </a:ext>
                </a:extLst>
              </a:tr>
              <a:tr h="281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Steel Roller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99 * 715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Set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1,120,000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1,120,000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#7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G/F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67100"/>
                  </a:ext>
                </a:extLst>
              </a:tr>
              <a:tr h="281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Steel Roller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117 * 677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 Set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1,220,000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1,220,000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#14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0593"/>
                  </a:ext>
                </a:extLst>
              </a:tr>
              <a:tr h="281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Steel Roller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100 * 715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 Set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670,000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1,340,000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전 호기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839028"/>
                  </a:ext>
                </a:extLst>
              </a:tr>
              <a:tr h="281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</a:rPr>
                        <a:t>Liw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Screw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30 * 330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baseline="0" dirty="0" err="1" smtClean="0">
                          <a:solidFill>
                            <a:schemeClr val="tx1"/>
                          </a:solidFill>
                        </a:rPr>
                        <a:t>ea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550,000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550,000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연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674915"/>
                  </a:ext>
                </a:extLst>
              </a:tr>
              <a:tr h="2812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합계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4,230,000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240012"/>
                  </a:ext>
                </a:extLst>
              </a:tr>
              <a:tr h="2812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네고금액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3,930,000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VAT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별도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941692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594324" y="5404136"/>
            <a:ext cx="8082136" cy="1121208"/>
            <a:chOff x="-999279" y="4231346"/>
            <a:chExt cx="11901487" cy="258928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99279" y="4239430"/>
              <a:ext cx="5971889" cy="2581200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4968435" y="4231346"/>
              <a:ext cx="5933773" cy="2581200"/>
              <a:chOff x="4968435" y="4231346"/>
              <a:chExt cx="5933773" cy="2581200"/>
            </a:xfrm>
          </p:grpSpPr>
          <p:pic>
            <p:nvPicPr>
              <p:cNvPr id="3" name="그림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8435" y="4231346"/>
                <a:ext cx="2850127" cy="2575783"/>
              </a:xfrm>
              <a:prstGeom prst="rect">
                <a:avLst/>
              </a:prstGeom>
            </p:spPr>
          </p:pic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2360" y="4231346"/>
                <a:ext cx="3089848" cy="2581200"/>
              </a:xfrm>
              <a:prstGeom prst="rect">
                <a:avLst/>
              </a:prstGeom>
            </p:spPr>
          </p:pic>
        </p:grpSp>
      </p:grpSp>
      <p:grpSp>
        <p:nvGrpSpPr>
          <p:cNvPr id="14" name="그룹 13"/>
          <p:cNvGrpSpPr/>
          <p:nvPr/>
        </p:nvGrpSpPr>
        <p:grpSpPr>
          <a:xfrm>
            <a:off x="51068" y="810950"/>
            <a:ext cx="9054318" cy="2288902"/>
            <a:chOff x="51068" y="810950"/>
            <a:chExt cx="9054318" cy="2288902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68" y="810950"/>
              <a:ext cx="9054318" cy="2288902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>
            <a:xfrm>
              <a:off x="5940152" y="2915517"/>
              <a:ext cx="1656184" cy="1749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74941" y="1808665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하단참조</a:t>
            </a:r>
            <a:endParaRPr lang="ko-KR" altLang="en-US" sz="105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소모품 구매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323528" y="3360405"/>
            <a:ext cx="30492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+mj-ea"/>
                <a:ea typeface="+mj-ea"/>
              </a:rPr>
              <a:t>랩핑용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 스트레치 필름 구매계획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31957"/>
              </p:ext>
            </p:extLst>
          </p:nvPr>
        </p:nvGraphicFramePr>
        <p:xfrm>
          <a:off x="611560" y="3688976"/>
          <a:ext cx="7776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33211004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69604840"/>
                    </a:ext>
                  </a:extLst>
                </a:gridCol>
                <a:gridCol w="791672">
                  <a:extLst>
                    <a:ext uri="{9D8B030D-6E8A-4147-A177-3AD203B41FA5}">
                      <a16:colId xmlns:a16="http://schemas.microsoft.com/office/drawing/2014/main" val="425131642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17927360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87871154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6107993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603038272"/>
                    </a:ext>
                  </a:extLst>
                </a:gridCol>
              </a:tblGrid>
              <a:tr h="396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구 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합 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13339"/>
                  </a:ext>
                </a:extLst>
              </a:tr>
              <a:tr h="396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랩핑용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스트레치 필름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15MI*500*2380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67100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금액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2,120,000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4,240,000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4,240,000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10,600,000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0593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32175"/>
              </p:ext>
            </p:extLst>
          </p:nvPr>
        </p:nvGraphicFramePr>
        <p:xfrm>
          <a:off x="-4" y="874420"/>
          <a:ext cx="9128556" cy="2434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1652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12226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2024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단가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(1</a:t>
                      </a: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롤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생산 소모품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랩핑용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스트레치 필름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‘26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구매계획에 의거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구매진행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’22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MRO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단가상승으로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MRO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품목제외되어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구매부서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직접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구매로 변경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참조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‘26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구매계획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53,000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2,120,000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5013176"/>
            <a:ext cx="5472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※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소요량에 따라서 구매 기간 변동될 수 있음</a:t>
            </a:r>
            <a:endParaRPr lang="ko-KR" altLang="en-US" sz="12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158" y="1346208"/>
            <a:ext cx="1816842" cy="195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36322</TotalTime>
  <Words>221</Words>
  <Application>Microsoft Office PowerPoint</Application>
  <PresentationFormat>화면 슬라이드 쇼(4:3)</PresentationFormat>
  <Paragraphs>94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1694</cp:revision>
  <cp:lastPrinted>2026-03-03T23:42:12Z</cp:lastPrinted>
  <dcterms:created xsi:type="dcterms:W3CDTF">2006-12-21T02:27:07Z</dcterms:created>
  <dcterms:modified xsi:type="dcterms:W3CDTF">2026-03-27T03:27:57Z</dcterms:modified>
</cp:coreProperties>
</file>