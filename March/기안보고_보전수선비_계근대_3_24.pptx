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6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수선비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79" y="869545"/>
            <a:ext cx="9135406" cy="234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36259</TotalTime>
  <Words>14</Words>
  <Application>Microsoft Office PowerPoint</Application>
  <PresentationFormat>화면 슬라이드 쇼(4:3)</PresentationFormat>
  <Paragraphs>3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1683</cp:revision>
  <cp:lastPrinted>2026-03-03T23:42:12Z</cp:lastPrinted>
  <dcterms:created xsi:type="dcterms:W3CDTF">2006-12-21T02:27:07Z</dcterms:created>
  <dcterms:modified xsi:type="dcterms:W3CDTF">2026-03-24T03:16:31Z</dcterms:modified>
</cp:coreProperties>
</file>