
<file path=[Content_Types].xml><?xml version="1.0" encoding="utf-8"?>
<Types xmlns="http://schemas.openxmlformats.org/package/2006/content-types">
  <Default Extension="png" ContentType="image/pn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5.xml" ContentType="application/vnd.openxmlformats-officedocument.theme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theme/theme6.xml" ContentType="application/vnd.openxmlformats-officedocument.theme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theme/theme7.xml" ContentType="application/vnd.openxmlformats-officedocument.theme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9" r:id="rId1"/>
    <p:sldMasterId id="2147483908" r:id="rId2"/>
    <p:sldMasterId id="2147483895" r:id="rId3"/>
    <p:sldMasterId id="2147483871" r:id="rId4"/>
    <p:sldMasterId id="2147483883" r:id="rId5"/>
    <p:sldMasterId id="2147483857" r:id="rId6"/>
    <p:sldMasterId id="2147483843" r:id="rId7"/>
    <p:sldMasterId id="2147483831" r:id="rId8"/>
  </p:sldMasterIdLst>
  <p:notesMasterIdLst>
    <p:notesMasterId r:id="rId12"/>
  </p:notesMasterIdLst>
  <p:handoutMasterIdLst>
    <p:handoutMasterId r:id="rId13"/>
  </p:handoutMasterIdLst>
  <p:sldIdLst>
    <p:sldId id="575" r:id="rId9"/>
    <p:sldId id="576" r:id="rId10"/>
    <p:sldId id="577" r:id="rId11"/>
  </p:sldIdLst>
  <p:sldSz cx="9144000" cy="6858000" type="screen4x3"/>
  <p:notesSz cx="9939338" cy="6807200"/>
  <p:custShowLst>
    <p:custShow name="재구성한 쇼 1" id="0">
      <p:sldLst/>
    </p:custShow>
  </p:custShow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44">
          <p15:clr>
            <a:srgbClr val="A4A3A4"/>
          </p15:clr>
        </p15:guide>
        <p15:guide id="2" pos="313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명섭" initials="김" lastIdx="1" clrIdx="0">
    <p:extLst>
      <p:ext uri="{19B8F6BF-5375-455C-9EA6-DF929625EA0E}">
        <p15:presenceInfo xmlns:p15="http://schemas.microsoft.com/office/powerpoint/2012/main" userId="김명섭" providerId="None"/>
      </p:ext>
    </p:extLst>
  </p:cmAuthor>
  <p:cmAuthor id="2" name="pc" initials="p" lastIdx="2" clrIdx="1">
    <p:extLst>
      <p:ext uri="{19B8F6BF-5375-455C-9EA6-DF929625EA0E}">
        <p15:presenceInfo xmlns:p15="http://schemas.microsoft.com/office/powerpoint/2012/main" userId="p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78946A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93" autoAdjust="0"/>
    <p:restoredTop sz="94329" autoAdjust="0"/>
  </p:normalViewPr>
  <p:slideViewPr>
    <p:cSldViewPr>
      <p:cViewPr varScale="1">
        <p:scale>
          <a:sx n="108" d="100"/>
          <a:sy n="108" d="100"/>
        </p:scale>
        <p:origin x="1812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9" d="100"/>
          <a:sy n="89" d="100"/>
        </p:scale>
        <p:origin x="1795" y="72"/>
      </p:cViewPr>
      <p:guideLst>
        <p:guide orient="horz" pos="2144"/>
        <p:guide pos="313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5" Type="http://schemas.openxmlformats.org/officeDocument/2006/relationships/slideMaster" Target="slideMasters/slideMaster5.xml"/><Relationship Id="rId15" Type="http://schemas.openxmlformats.org/officeDocument/2006/relationships/presProps" Target="presProps.xml"/><Relationship Id="rId10" Type="http://schemas.openxmlformats.org/officeDocument/2006/relationships/slide" Target="slides/slide2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81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0D8787D3-E3BE-411B-8CBD-52C0E9B041B0}" type="slidenum">
              <a:rPr lang="en-US" altLang="ko-KR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915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630301" y="2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024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67075" y="511175"/>
            <a:ext cx="3405188" cy="25527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915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94395" y="3233646"/>
            <a:ext cx="7950549" cy="30625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dirty="0" smtClean="0"/>
              <a:t>마스터 텍스트 스타일을 편집합니다</a:t>
            </a:r>
          </a:p>
          <a:p>
            <a:pPr lvl="1"/>
            <a:r>
              <a:rPr lang="ko-KR" altLang="en-US" noProof="0" dirty="0" smtClean="0"/>
              <a:t>둘째 수준</a:t>
            </a:r>
          </a:p>
          <a:p>
            <a:pPr lvl="2"/>
            <a:r>
              <a:rPr lang="ko-KR" altLang="en-US" noProof="0" dirty="0" smtClean="0"/>
              <a:t>셋째 수준</a:t>
            </a:r>
          </a:p>
          <a:p>
            <a:pPr lvl="3"/>
            <a:r>
              <a:rPr lang="ko-KR" altLang="en-US" noProof="0" dirty="0" smtClean="0"/>
              <a:t>넷째 수준</a:t>
            </a:r>
          </a:p>
          <a:p>
            <a:pPr lvl="4"/>
            <a:r>
              <a:rPr lang="ko-KR" altLang="en-US" noProof="0" dirty="0" smtClean="0"/>
              <a:t>다섯째 수준</a:t>
            </a:r>
          </a:p>
        </p:txBody>
      </p:sp>
      <p:sp>
        <p:nvSpPr>
          <p:cNvPr id="4915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4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r>
              <a:rPr lang="en-US" altLang="ko-KR" dirty="0" smtClean="0"/>
              <a:t>1</a:t>
            </a:r>
            <a:endParaRPr lang="en-US" altLang="ko-KR" dirty="0"/>
          </a:p>
        </p:txBody>
      </p:sp>
      <p:sp>
        <p:nvSpPr>
          <p:cNvPr id="4915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630301" y="6466171"/>
            <a:ext cx="4306740" cy="339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678" tIns="46341" rIns="92678" bIns="46341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76D00FA-ACDB-4E76-B4C4-8923059EF2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1860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73311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919163" y="746125"/>
            <a:ext cx="4968875" cy="372745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0CF6048-9987-4136-BAB3-07A00732A720}" type="slidenum">
              <a:rPr lang="ko-KR" altLang="en-US" smtClean="0"/>
              <a:pPr>
                <a:defRPr/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4311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NUL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71F5989-0B2C-40D6-A07B-F109FC3A719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672085B-8B2F-4A51-AFDE-E0DD93C09D7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BAB8F52-FE06-4EAB-AD22-405C07BF39F1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2171B0C5-A575-454E-AE3D-D51437ADCC49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140A7C6-E485-4D33-A61D-B9392FA3146E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71D1729-8FE6-42F7-B221-49EDC1BEAAE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 trans="10000" pressure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6512" y="5457"/>
            <a:ext cx="9180512" cy="6530758"/>
          </a:xfrm>
          <a:prstGeom prst="rect">
            <a:avLst/>
          </a:prstGeom>
          <a:effectLst>
            <a:softEdge rad="1270000"/>
          </a:effectLst>
        </p:spPr>
      </p:pic>
      <p:sp>
        <p:nvSpPr>
          <p:cNvPr id="16" name="TextBox 15"/>
          <p:cNvSpPr txBox="1"/>
          <p:nvPr userDrawn="1"/>
        </p:nvSpPr>
        <p:spPr>
          <a:xfrm>
            <a:off x="4357686" y="6573997"/>
            <a:ext cx="42862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5735533F-C62C-4307-9F1D-914B235333A8}" type="slidenum">
              <a:rPr lang="ko-KR" altLang="en-US" sz="1000" baseline="0" smtClean="0">
                <a:latin typeface="돋움" pitchFamily="50" charset="-127"/>
                <a:ea typeface="돋움" pitchFamily="50" charset="-127"/>
              </a:rPr>
              <a:pPr/>
              <a:t>‹#›</a:t>
            </a:fld>
            <a:endParaRPr lang="ko-KR" altLang="en-US" sz="1000" baseline="0" dirty="0">
              <a:latin typeface="돋움" pitchFamily="50" charset="-127"/>
              <a:ea typeface="돋움" pitchFamily="50" charset="-127"/>
            </a:endParaRPr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슬라이드 번호 개체 틀 4"/>
          <p:cNvSpPr>
            <a:spLocks noGrp="1"/>
          </p:cNvSpPr>
          <p:nvPr>
            <p:ph type="sldNum" sz="quarter" idx="12"/>
          </p:nvPr>
        </p:nvSpPr>
        <p:spPr>
          <a:xfrm>
            <a:off x="3214678" y="6492875"/>
            <a:ext cx="2133600" cy="365125"/>
          </a:xfr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6E6CDC42-1F63-4428-B3BB-75D22C1B2BB3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B0465BDB-E0F8-47EA-A8B6-865B92D92D4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8DBCAAB8-C411-493F-8989-7E976C3EBB5A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9EE652E9-3C82-43B5-B58B-8F7A3F3DA9A8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1905DFA1-E019-4196-B665-D0FED29EC654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  <p:transition>
    <p:wipe dir="d"/>
  </p:transition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3.xml"/><Relationship Id="rId3" Type="http://schemas.openxmlformats.org/officeDocument/2006/relationships/slideLayout" Target="../slideLayouts/slideLayout18.xml"/><Relationship Id="rId7" Type="http://schemas.openxmlformats.org/officeDocument/2006/relationships/slideLayout" Target="../slideLayouts/slideLayout2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5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7.xml"/><Relationship Id="rId3" Type="http://schemas.openxmlformats.org/officeDocument/2006/relationships/slideLayout" Target="../slideLayouts/slideLayout62.xml"/><Relationship Id="rId7" Type="http://schemas.openxmlformats.org/officeDocument/2006/relationships/slideLayout" Target="../slideLayouts/slideLayout66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1.xml"/><Relationship Id="rId1" Type="http://schemas.openxmlformats.org/officeDocument/2006/relationships/slideLayout" Target="../slideLayouts/slideLayout60.xml"/><Relationship Id="rId6" Type="http://schemas.openxmlformats.org/officeDocument/2006/relationships/slideLayout" Target="../slideLayouts/slideLayout65.xml"/><Relationship Id="rId11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4.xml"/><Relationship Id="rId10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3.xml"/><Relationship Id="rId9" Type="http://schemas.openxmlformats.org/officeDocument/2006/relationships/slideLayout" Target="../slideLayouts/slideLayout6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73.xml"/><Relationship Id="rId7" Type="http://schemas.openxmlformats.org/officeDocument/2006/relationships/slideLayout" Target="../slideLayouts/slideLayout77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2.xml"/><Relationship Id="rId1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81.xml"/><Relationship Id="rId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80.xml"/><Relationship Id="rId4" Type="http://schemas.openxmlformats.org/officeDocument/2006/relationships/slideLayout" Target="../slideLayouts/slideLayout74.xml"/><Relationship Id="rId9" Type="http://schemas.openxmlformats.org/officeDocument/2006/relationships/slideLayout" Target="../slideLayouts/slideLayout79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9.xml"/><Relationship Id="rId3" Type="http://schemas.openxmlformats.org/officeDocument/2006/relationships/slideLayout" Target="../slideLayouts/slideLayout84.xml"/><Relationship Id="rId7" Type="http://schemas.openxmlformats.org/officeDocument/2006/relationships/slideLayout" Target="../slideLayouts/slideLayout88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3.xml"/><Relationship Id="rId1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92.xml"/><Relationship Id="rId5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91.xml"/><Relationship Id="rId4" Type="http://schemas.openxmlformats.org/officeDocument/2006/relationships/slideLayout" Target="../slideLayouts/slideLayout85.xml"/><Relationship Id="rId9" Type="http://schemas.openxmlformats.org/officeDocument/2006/relationships/slideLayout" Target="../slideLayouts/slideLayout9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6096000" cy="3937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670648" y="6553200"/>
            <a:ext cx="549424" cy="3878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altLang="ko-KR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fld id="{6E6CDC42-1F63-4428-B3BB-75D22C1B2BB3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Rectangle 25"/>
          <p:cNvSpPr>
            <a:spLocks noChangeArrowheads="1"/>
          </p:cNvSpPr>
          <p:nvPr userDrawn="1"/>
        </p:nvSpPr>
        <p:spPr bwMode="auto">
          <a:xfrm>
            <a:off x="0" y="54868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/>
          <a:p>
            <a:pPr eaLnBrk="1" hangingPunct="1">
              <a:defRPr/>
            </a:pPr>
            <a:endParaRPr kumimoji="0" lang="ko-KR" altLang="en-US" sz="2800">
              <a:solidFill>
                <a:schemeClr val="tx2"/>
              </a:solidFill>
              <a:effectLst>
                <a:outerShdw blurRad="38100" dist="38100" dir="2700000" algn="tl">
                  <a:srgbClr val="FFFFFF"/>
                </a:outerShdw>
              </a:effectLst>
              <a:latin typeface="HY견고딕" pitchFamily="18" charset="-127"/>
              <a:ea typeface="HY견고딕" pitchFamily="18" charset="-127"/>
            </a:endParaRPr>
          </a:p>
        </p:txBody>
      </p:sp>
      <p:sp>
        <p:nvSpPr>
          <p:cNvPr id="8" name="Rectangle 26"/>
          <p:cNvSpPr>
            <a:spLocks noChangeArrowheads="1"/>
          </p:cNvSpPr>
          <p:nvPr userDrawn="1"/>
        </p:nvSpPr>
        <p:spPr bwMode="auto">
          <a:xfrm>
            <a:off x="0" y="6553200"/>
            <a:ext cx="9144000" cy="74712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80000">
                <a:schemeClr val="accent1">
                  <a:lumMod val="75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</a:gradFill>
          <a:ln/>
          <a:extLst/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lIns="91428" tIns="45714" rIns="91428" bIns="45714" anchor="ctr"/>
          <a:lstStyle>
            <a:lvl1pPr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1pPr>
            <a:lvl2pPr marL="742950" indent="-28575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2pPr>
            <a:lvl3pPr marL="11430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3pPr>
            <a:lvl4pPr marL="16002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4pPr>
            <a:lvl5pPr marL="2057400" indent="-228600" algn="ctr" latinLnBrk="1"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rgbClr val="0000FF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defRPr>
            </a:lvl9pPr>
          </a:lstStyle>
          <a:p>
            <a:pPr algn="l" eaLnBrk="1" hangingPunct="1">
              <a:defRPr/>
            </a:pPr>
            <a:r>
              <a:rPr lang="ko-KR" altLang="en-US" sz="24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3000" dirty="0" smtClean="0">
              <a:solidFill>
                <a:schemeClr val="bg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9" name="그림 7" descr="대하로고.png"/>
          <p:cNvPicPr>
            <a:picLocks noChangeAspect="1"/>
          </p:cNvPicPr>
          <p:nvPr userDrawn="1"/>
        </p:nvPicPr>
        <p:blipFill>
          <a:blip r:embed="rId17" cstate="print"/>
          <a:srcRect/>
          <a:stretch>
            <a:fillRect/>
          </a:stretch>
        </p:blipFill>
        <p:spPr bwMode="auto">
          <a:xfrm>
            <a:off x="7524328" y="127000"/>
            <a:ext cx="1440160" cy="3979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56" r:id="rId7"/>
    <p:sldLayoutId id="2147483907" r:id="rId8"/>
    <p:sldLayoutId id="2147483870" r:id="rId9"/>
    <p:sldLayoutId id="2147483869" r:id="rId10"/>
    <p:sldLayoutId id="2147483827" r:id="rId11"/>
    <p:sldLayoutId id="2147483855" r:id="rId12"/>
    <p:sldLayoutId id="2147483828" r:id="rId13"/>
    <p:sldLayoutId id="2147483829" r:id="rId14"/>
    <p:sldLayoutId id="2147483830" r:id="rId15"/>
  </p:sldLayoutIdLst>
  <p:transition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98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98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898" decel="100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98" decel="100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898" decel="100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98" decel="100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" accel="100000" fill="hold">
                                          <p:stCondLst>
                                            <p:cond delay="8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0E714A5-6135-4F76-9637-B341E202CA81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09" r:id="rId1"/>
    <p:sldLayoutId id="2147483910" r:id="rId2"/>
    <p:sldLayoutId id="2147483911" r:id="rId3"/>
    <p:sldLayoutId id="2147483912" r:id="rId4"/>
    <p:sldLayoutId id="2147483913" r:id="rId5"/>
    <p:sldLayoutId id="2147483914" r:id="rId6"/>
    <p:sldLayoutId id="2147483915" r:id="rId7"/>
    <p:sldLayoutId id="2147483916" r:id="rId8"/>
    <p:sldLayoutId id="2147483917" r:id="rId9"/>
    <p:sldLayoutId id="2147483918" r:id="rId10"/>
    <p:sldLayoutId id="2147483919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B551F071-05C4-4C3E-9791-815D7ED779D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6" r:id="rId1"/>
    <p:sldLayoutId id="2147483897" r:id="rId2"/>
    <p:sldLayoutId id="2147483898" r:id="rId3"/>
    <p:sldLayoutId id="2147483899" r:id="rId4"/>
    <p:sldLayoutId id="2147483900" r:id="rId5"/>
    <p:sldLayoutId id="2147483901" r:id="rId6"/>
    <p:sldLayoutId id="2147483902" r:id="rId7"/>
    <p:sldLayoutId id="2147483903" r:id="rId8"/>
    <p:sldLayoutId id="2147483904" r:id="rId9"/>
    <p:sldLayoutId id="2147483905" r:id="rId10"/>
    <p:sldLayoutId id="2147483906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7E207E6D-7E9C-4691-A667-C1598ABFBF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874" r:id="rId3"/>
    <p:sldLayoutId id="2147483875" r:id="rId4"/>
    <p:sldLayoutId id="2147483876" r:id="rId5"/>
    <p:sldLayoutId id="2147483877" r:id="rId6"/>
    <p:sldLayoutId id="2147483878" r:id="rId7"/>
    <p:sldLayoutId id="2147483879" r:id="rId8"/>
    <p:sldLayoutId id="2147483880" r:id="rId9"/>
    <p:sldLayoutId id="2147483881" r:id="rId10"/>
    <p:sldLayoutId id="214748388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D5E3CE7-ADDD-4E54-B2EB-FDB579444BB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85" r:id="rId2"/>
    <p:sldLayoutId id="2147483886" r:id="rId3"/>
    <p:sldLayoutId id="2147483887" r:id="rId4"/>
    <p:sldLayoutId id="2147483888" r:id="rId5"/>
    <p:sldLayoutId id="2147483889" r:id="rId6"/>
    <p:sldLayoutId id="2147483890" r:id="rId7"/>
    <p:sldLayoutId id="2147483891" r:id="rId8"/>
    <p:sldLayoutId id="2147483892" r:id="rId9"/>
    <p:sldLayoutId id="2147483893" r:id="rId10"/>
    <p:sldLayoutId id="214748389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F75DC286-5534-4F7E-B9BF-5F9DBDFBD33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58" r:id="rId1"/>
    <p:sldLayoutId id="2147483859" r:id="rId2"/>
    <p:sldLayoutId id="2147483860" r:id="rId3"/>
    <p:sldLayoutId id="2147483861" r:id="rId4"/>
    <p:sldLayoutId id="2147483862" r:id="rId5"/>
    <p:sldLayoutId id="2147483863" r:id="rId6"/>
    <p:sldLayoutId id="2147483864" r:id="rId7"/>
    <p:sldLayoutId id="2147483865" r:id="rId8"/>
    <p:sldLayoutId id="2147483866" r:id="rId9"/>
    <p:sldLayoutId id="2147483867" r:id="rId10"/>
    <p:sldLayoutId id="2147483868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5F8D370C-9224-43F7-9CEC-E122B8F37E9D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4" r:id="rId1"/>
    <p:sldLayoutId id="2147483845" r:id="rId2"/>
    <p:sldLayoutId id="2147483846" r:id="rId3"/>
    <p:sldLayoutId id="2147483847" r:id="rId4"/>
    <p:sldLayoutId id="2147483848" r:id="rId5"/>
    <p:sldLayoutId id="2147483849" r:id="rId6"/>
    <p:sldLayoutId id="2147483850" r:id="rId7"/>
    <p:sldLayoutId id="2147483851" r:id="rId8"/>
    <p:sldLayoutId id="2147483852" r:id="rId9"/>
    <p:sldLayoutId id="2147483853" r:id="rId10"/>
    <p:sldLayoutId id="2147483854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9BEBEB2-29C0-451F-9B19-92F32EE8266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32" r:id="rId1"/>
    <p:sldLayoutId id="2147483833" r:id="rId2"/>
    <p:sldLayoutId id="2147483834" r:id="rId3"/>
    <p:sldLayoutId id="2147483835" r:id="rId4"/>
    <p:sldLayoutId id="2147483836" r:id="rId5"/>
    <p:sldLayoutId id="2147483837" r:id="rId6"/>
    <p:sldLayoutId id="2147483838" r:id="rId7"/>
    <p:sldLayoutId id="2147483839" r:id="rId8"/>
    <p:sldLayoutId id="2147483840" r:id="rId9"/>
    <p:sldLayoutId id="2147483841" r:id="rId10"/>
    <p:sldLayoutId id="2147483842" r:id="rId11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1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6" y="811013"/>
            <a:ext cx="9047944" cy="5533820"/>
          </a:xfrm>
          <a:prstGeom prst="rect">
            <a:avLst/>
          </a:prstGeom>
          <a:noFill/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0348" y="1952345"/>
            <a:ext cx="1169884" cy="1053486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4650" y="3020879"/>
            <a:ext cx="1175582" cy="993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96483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2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323528" y="837696"/>
            <a:ext cx="8100713" cy="3984684"/>
            <a:chOff x="323528" y="908720"/>
            <a:chExt cx="8100713" cy="3984684"/>
          </a:xfrm>
        </p:grpSpPr>
        <p:sp>
          <p:nvSpPr>
            <p:cNvPr id="2" name="TextBox 1"/>
            <p:cNvSpPr txBox="1"/>
            <p:nvPr/>
          </p:nvSpPr>
          <p:spPr>
            <a:xfrm>
              <a:off x="323528" y="908720"/>
              <a:ext cx="439248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▶ </a:t>
              </a:r>
              <a:r>
                <a:rPr lang="ko-KR" altLang="en-US" sz="1200" b="1" dirty="0" err="1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설비부품</a:t>
              </a:r>
              <a:r>
                <a:rPr lang="ko-KR" altLang="en-US" sz="1200" b="1" dirty="0" smtClean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 수리 및 구매</a:t>
              </a:r>
              <a:endParaRPr lang="ko-KR" altLang="en-US" sz="1200" b="1" dirty="0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567170" y="1224793"/>
              <a:ext cx="6480720" cy="6001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100" dirty="0" smtClean="0">
                  <a:latin typeface="+mn-ea"/>
                  <a:ea typeface="+mn-ea"/>
                </a:rPr>
                <a:t>#12</a:t>
              </a:r>
              <a:r>
                <a:rPr lang="ko-KR" altLang="en-US" sz="1100" dirty="0" smtClean="0">
                  <a:latin typeface="+mn-ea"/>
                  <a:ea typeface="+mn-ea"/>
                </a:rPr>
                <a:t>호기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제품로타리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브로워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ko-KR" altLang="en-US" sz="1100" dirty="0" smtClean="0">
                  <a:latin typeface="+mn-ea"/>
                  <a:ea typeface="+mn-ea"/>
                </a:rPr>
                <a:t>밸브 </a:t>
              </a:r>
              <a:r>
                <a:rPr lang="ko-KR" altLang="en-US" sz="1100" dirty="0" err="1" smtClean="0">
                  <a:latin typeface="+mn-ea"/>
                  <a:ea typeface="+mn-ea"/>
                </a:rPr>
                <a:t>스프라켓외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r>
                <a:rPr lang="en-US" altLang="ko-KR" sz="1100" dirty="0" smtClean="0">
                  <a:latin typeface="+mn-ea"/>
                  <a:ea typeface="+mn-ea"/>
                </a:rPr>
                <a:t>8</a:t>
              </a:r>
              <a:r>
                <a:rPr lang="ko-KR" altLang="en-US" sz="1100" dirty="0" smtClean="0">
                  <a:latin typeface="+mn-ea"/>
                  <a:ea typeface="+mn-ea"/>
                </a:rPr>
                <a:t>건</a:t>
              </a:r>
              <a:r>
                <a:rPr lang="en-US" altLang="ko-KR" sz="1100" dirty="0" smtClean="0">
                  <a:latin typeface="+mn-ea"/>
                  <a:ea typeface="+mn-ea"/>
                </a:rPr>
                <a:t>(</a:t>
              </a:r>
              <a:r>
                <a:rPr lang="ko-KR" altLang="en-US" sz="1100" dirty="0" smtClean="0">
                  <a:latin typeface="+mn-ea"/>
                  <a:ea typeface="+mn-ea"/>
                </a:rPr>
                <a:t>총 </a:t>
              </a:r>
              <a:r>
                <a:rPr lang="en-US" altLang="ko-KR" sz="1100" dirty="0" smtClean="0">
                  <a:latin typeface="+mn-ea"/>
                  <a:ea typeface="+mn-ea"/>
                </a:rPr>
                <a:t>58EA)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100" dirty="0" err="1" smtClean="0">
                  <a:latin typeface="+mn-ea"/>
                  <a:ea typeface="+mn-ea"/>
                </a:rPr>
                <a:t>내역참조</a:t>
              </a:r>
              <a:r>
                <a:rPr lang="ko-KR" altLang="en-US" sz="1100" dirty="0" smtClean="0">
                  <a:latin typeface="+mn-ea"/>
                  <a:ea typeface="+mn-ea"/>
                </a:rPr>
                <a:t> </a:t>
              </a:r>
              <a:endParaRPr lang="ko-KR" altLang="en-US" sz="1100" dirty="0">
                <a:latin typeface="+mn-ea"/>
                <a:ea typeface="+mn-ea"/>
              </a:endParaRPr>
            </a:p>
          </p:txBody>
        </p:sp>
        <p:pic>
          <p:nvPicPr>
            <p:cNvPr id="5" name="그림 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0283" y="1864031"/>
              <a:ext cx="7763958" cy="3029373"/>
            </a:xfrm>
            <a:prstGeom prst="rect">
              <a:avLst/>
            </a:prstGeom>
            <a:ln w="12700">
              <a:solidFill>
                <a:schemeClr val="tx1"/>
              </a:solidFill>
            </a:ln>
          </p:spPr>
        </p:pic>
        <p:sp>
          <p:nvSpPr>
            <p:cNvPr id="9" name="직사각형 8"/>
            <p:cNvSpPr/>
            <p:nvPr/>
          </p:nvSpPr>
          <p:spPr>
            <a:xfrm>
              <a:off x="7452320" y="1864031"/>
              <a:ext cx="963043" cy="302937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227657742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>
          <a:xfrm>
            <a:off x="-6207" y="6669360"/>
            <a:ext cx="9150207" cy="182062"/>
          </a:xfrm>
        </p:spPr>
        <p:txBody>
          <a:bodyPr/>
          <a:lstStyle/>
          <a:p>
            <a:pPr algn="ctr">
              <a:defRPr/>
            </a:pPr>
            <a:fld id="{6672085B-8B2F-4A51-AFDE-E0DD93C09D73}" type="slidenum">
              <a:rPr lang="en-US" altLang="ko-KR" smtClean="0">
                <a:solidFill>
                  <a:schemeClr val="bg1">
                    <a:lumMod val="50000"/>
                  </a:schemeClr>
                </a:solidFill>
              </a:rPr>
              <a:pPr algn="ctr">
                <a:defRPr/>
              </a:pPr>
              <a:t>3</a:t>
            </a:fld>
            <a:endParaRPr lang="en-US" altLang="ko-KR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3666" y="1098848"/>
            <a:ext cx="4085023" cy="338437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6154" y="1098848"/>
            <a:ext cx="4069115" cy="337848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7032" y="4638808"/>
            <a:ext cx="2097478" cy="174252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225870" y="746948"/>
            <a:ext cx="18002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smtClean="0">
                <a:latin typeface="+mn-ea"/>
                <a:ea typeface="+mn-ea"/>
              </a:rPr>
              <a:t>※ </a:t>
            </a:r>
            <a:r>
              <a:rPr lang="ko-KR" altLang="en-US" sz="1200" b="1" dirty="0" err="1" smtClean="0">
                <a:latin typeface="+mn-ea"/>
                <a:ea typeface="+mn-ea"/>
              </a:rPr>
              <a:t>사진참조</a:t>
            </a:r>
            <a:endParaRPr lang="ko-KR" altLang="en-US" sz="1200" b="1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41348048"/>
      </p:ext>
    </p:extLst>
  </p:cSld>
  <p:clrMapOvr>
    <a:masterClrMapping/>
  </p:clrMapOvr>
  <p:transition>
    <p:strips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dpi="0" rotWithShape="1">
          <a:blip xmlns:r="http://schemas.openxmlformats.org/officeDocument/2006/relationships" r:embed="rId1">
            <a:alphaModFix amt="67000"/>
          </a:blip>
          <a:srcRect/>
          <a:stretch>
            <a:fillRect/>
          </a:stretch>
        </a:blip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6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4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35639</TotalTime>
  <Words>27</Words>
  <Application>Microsoft Office PowerPoint</Application>
  <PresentationFormat>화면 슬라이드 쇼(4:3)</PresentationFormat>
  <Paragraphs>10</Paragraphs>
  <Slides>3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8</vt:i4>
      </vt:variant>
      <vt:variant>
        <vt:lpstr>슬라이드 제목</vt:lpstr>
      </vt:variant>
      <vt:variant>
        <vt:i4>3</vt:i4>
      </vt:variant>
      <vt:variant>
        <vt:lpstr>재구성한 쇼</vt:lpstr>
      </vt:variant>
      <vt:variant>
        <vt:i4>1</vt:i4>
      </vt:variant>
    </vt:vector>
  </HeadingPairs>
  <TitlesOfParts>
    <vt:vector size="17" baseType="lpstr">
      <vt:lpstr>HY견고딕</vt:lpstr>
      <vt:lpstr>굴림</vt:lpstr>
      <vt:lpstr>돋움</vt:lpstr>
      <vt:lpstr>맑은 고딕</vt:lpstr>
      <vt:lpstr>Arial</vt:lpstr>
      <vt:lpstr>Office 테마</vt:lpstr>
      <vt:lpstr>6_디자인 사용자 지정</vt:lpstr>
      <vt:lpstr>5_디자인 사용자 지정</vt:lpstr>
      <vt:lpstr>3_디자인 사용자 지정</vt:lpstr>
      <vt:lpstr>4_디자인 사용자 지정</vt:lpstr>
      <vt:lpstr>2_디자인 사용자 지정</vt:lpstr>
      <vt:lpstr>1_디자인 사용자 지정</vt:lpstr>
      <vt:lpstr>디자인 사용자 지정</vt:lpstr>
      <vt:lpstr>PowerPoint 프레젠테이션</vt:lpstr>
      <vt:lpstr>PowerPoint 프레젠테이션</vt:lpstr>
      <vt:lpstr>PowerPoint 프레젠테이션</vt:lpstr>
      <vt:lpstr>재구성한 쇼 1</vt:lpstr>
    </vt:vector>
  </TitlesOfParts>
  <Company>고구려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광개토대왕</dc:creator>
  <cp:lastModifiedBy>a</cp:lastModifiedBy>
  <cp:revision>1660</cp:revision>
  <cp:lastPrinted>2026-03-03T23:42:12Z</cp:lastPrinted>
  <dcterms:created xsi:type="dcterms:W3CDTF">2006-12-21T02:27:07Z</dcterms:created>
  <dcterms:modified xsi:type="dcterms:W3CDTF">2026-03-04T03:44:28Z</dcterms:modified>
</cp:coreProperties>
</file>